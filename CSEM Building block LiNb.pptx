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7" r:id="rId1"/>
    <p:sldMasterId id="2147483987" r:id="rId2"/>
    <p:sldMasterId id="2147483939" r:id="rId3"/>
    <p:sldMasterId id="2147483943" r:id="rId4"/>
    <p:sldMasterId id="2147483941" r:id="rId5"/>
    <p:sldMasterId id="2147483947" r:id="rId6"/>
  </p:sldMasterIdLst>
  <p:notesMasterIdLst>
    <p:notesMasterId r:id="rId19"/>
  </p:notesMasterIdLst>
  <p:handoutMasterIdLst>
    <p:handoutMasterId r:id="rId20"/>
  </p:handoutMasterIdLst>
  <p:sldIdLst>
    <p:sldId id="476" r:id="rId7"/>
    <p:sldId id="525" r:id="rId8"/>
    <p:sldId id="524" r:id="rId9"/>
    <p:sldId id="526" r:id="rId10"/>
    <p:sldId id="527" r:id="rId11"/>
    <p:sldId id="528" r:id="rId12"/>
    <p:sldId id="533" r:id="rId13"/>
    <p:sldId id="529" r:id="rId14"/>
    <p:sldId id="530" r:id="rId15"/>
    <p:sldId id="531" r:id="rId16"/>
    <p:sldId id="532" r:id="rId17"/>
    <p:sldId id="523" r:id="rId18"/>
  </p:sldIdLst>
  <p:sldSz cx="12193588" cy="6858000"/>
  <p:notesSz cx="6805613" cy="9944100"/>
  <p:defaultTextStyle>
    <a:defPPr>
      <a:defRPr lang="en-US"/>
    </a:defPPr>
    <a:lvl1pPr marL="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-SCHMUTZ Claudine" initials="JC" lastIdx="0" clrIdx="0">
    <p:extLst>
      <p:ext uri="{19B8F6BF-5375-455C-9EA6-DF929625EA0E}">
        <p15:presenceInfo xmlns:p15="http://schemas.microsoft.com/office/powerpoint/2012/main" userId="S-1-5-21-2051235592-1819464152-561262422-333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F43"/>
    <a:srgbClr val="00B7C3"/>
    <a:srgbClr val="498205"/>
    <a:srgbClr val="00CC6A"/>
    <a:srgbClr val="068381"/>
    <a:srgbClr val="FBF201"/>
    <a:srgbClr val="FA9507"/>
    <a:srgbClr val="EF0683"/>
    <a:srgbClr val="9191B5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998582-5903-4B0E-A9B9-6D107323BEDE}" v="77" dt="2022-07-07T13:00:28.9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397" autoAdjust="0"/>
  </p:normalViewPr>
  <p:slideViewPr>
    <p:cSldViewPr snapToGrid="0" showGuides="1">
      <p:cViewPr>
        <p:scale>
          <a:sx n="150" d="100"/>
          <a:sy n="150" d="100"/>
        </p:scale>
        <p:origin x="-2082" y="-1260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06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Jacopo Maria" userId="665b09db-13aa-43ca-b6b5-4bcff6034c2e" providerId="ADAL" clId="{57998582-5903-4B0E-A9B9-6D107323BEDE}"/>
    <pc:docChg chg="undo custSel addSld modSld">
      <pc:chgData name="LEO Jacopo Maria" userId="665b09db-13aa-43ca-b6b5-4bcff6034c2e" providerId="ADAL" clId="{57998582-5903-4B0E-A9B9-6D107323BEDE}" dt="2022-07-08T08:02:57.401" v="1242" actId="14100"/>
      <pc:docMkLst>
        <pc:docMk/>
      </pc:docMkLst>
      <pc:sldChg chg="modSp mod">
        <pc:chgData name="LEO Jacopo Maria" userId="665b09db-13aa-43ca-b6b5-4bcff6034c2e" providerId="ADAL" clId="{57998582-5903-4B0E-A9B9-6D107323BEDE}" dt="2022-07-07T13:24:01.568" v="1238" actId="20577"/>
        <pc:sldMkLst>
          <pc:docMk/>
          <pc:sldMk cId="1508323092" sldId="476"/>
        </pc:sldMkLst>
        <pc:spChg chg="mod">
          <ac:chgData name="LEO Jacopo Maria" userId="665b09db-13aa-43ca-b6b5-4bcff6034c2e" providerId="ADAL" clId="{57998582-5903-4B0E-A9B9-6D107323BEDE}" dt="2022-07-07T13:24:01.568" v="1238" actId="20577"/>
          <ac:spMkLst>
            <pc:docMk/>
            <pc:sldMk cId="1508323092" sldId="476"/>
            <ac:spMk id="7" creationId="{00000000-0000-0000-0000-000000000000}"/>
          </ac:spMkLst>
        </pc:spChg>
      </pc:sldChg>
      <pc:sldChg chg="addSp modSp mod">
        <pc:chgData name="LEO Jacopo Maria" userId="665b09db-13aa-43ca-b6b5-4bcff6034c2e" providerId="ADAL" clId="{57998582-5903-4B0E-A9B9-6D107323BEDE}" dt="2022-07-07T13:23:24.041" v="1230" actId="20577"/>
        <pc:sldMkLst>
          <pc:docMk/>
          <pc:sldMk cId="653889306" sldId="524"/>
        </pc:sldMkLst>
        <pc:spChg chg="add mod">
          <ac:chgData name="LEO Jacopo Maria" userId="665b09db-13aa-43ca-b6b5-4bcff6034c2e" providerId="ADAL" clId="{57998582-5903-4B0E-A9B9-6D107323BEDE}" dt="2022-07-07T10:10:13.749" v="591" actId="1076"/>
          <ac:spMkLst>
            <pc:docMk/>
            <pc:sldMk cId="653889306" sldId="524"/>
            <ac:spMk id="2" creationId="{69479368-3F18-7583-B898-53BAC7C88D94}"/>
          </ac:spMkLst>
        </pc:spChg>
        <pc:spChg chg="mod">
          <ac:chgData name="LEO Jacopo Maria" userId="665b09db-13aa-43ca-b6b5-4bcff6034c2e" providerId="ADAL" clId="{57998582-5903-4B0E-A9B9-6D107323BEDE}" dt="2022-07-07T13:23:24.041" v="1230" actId="20577"/>
          <ac:spMkLst>
            <pc:docMk/>
            <pc:sldMk cId="653889306" sldId="524"/>
            <ac:spMk id="7" creationId="{00000000-0000-0000-0000-000000000000}"/>
          </ac:spMkLst>
        </pc:spChg>
        <pc:spChg chg="add mod">
          <ac:chgData name="LEO Jacopo Maria" userId="665b09db-13aa-43ca-b6b5-4bcff6034c2e" providerId="ADAL" clId="{57998582-5903-4B0E-A9B9-6D107323BEDE}" dt="2022-07-07T10:13:08.137" v="683" actId="1076"/>
          <ac:spMkLst>
            <pc:docMk/>
            <pc:sldMk cId="653889306" sldId="524"/>
            <ac:spMk id="20" creationId="{C3B418B3-8DBC-E738-2D12-ED2C4670197A}"/>
          </ac:spMkLst>
        </pc:spChg>
        <pc:spChg chg="add mod">
          <ac:chgData name="LEO Jacopo Maria" userId="665b09db-13aa-43ca-b6b5-4bcff6034c2e" providerId="ADAL" clId="{57998582-5903-4B0E-A9B9-6D107323BEDE}" dt="2022-07-07T10:13:06.483" v="682" actId="1076"/>
          <ac:spMkLst>
            <pc:docMk/>
            <pc:sldMk cId="653889306" sldId="524"/>
            <ac:spMk id="27" creationId="{686E8D21-BC12-F017-2B99-94F0C47EDC93}"/>
          </ac:spMkLst>
        </pc:spChg>
      </pc:sldChg>
      <pc:sldChg chg="addSp modSp mod">
        <pc:chgData name="LEO Jacopo Maria" userId="665b09db-13aa-43ca-b6b5-4bcff6034c2e" providerId="ADAL" clId="{57998582-5903-4B0E-A9B9-6D107323BEDE}" dt="2022-07-07T13:23:27.321" v="1233" actId="6549"/>
        <pc:sldMkLst>
          <pc:docMk/>
          <pc:sldMk cId="3114856435" sldId="526"/>
        </pc:sldMkLst>
        <pc:spChg chg="mod">
          <ac:chgData name="LEO Jacopo Maria" userId="665b09db-13aa-43ca-b6b5-4bcff6034c2e" providerId="ADAL" clId="{57998582-5903-4B0E-A9B9-6D107323BEDE}" dt="2022-07-07T13:23:27.321" v="1233" actId="6549"/>
          <ac:spMkLst>
            <pc:docMk/>
            <pc:sldMk cId="3114856435" sldId="526"/>
            <ac:spMk id="5" creationId="{E3ACA692-7B00-52D0-631B-137DA353F6D4}"/>
          </ac:spMkLst>
        </pc:spChg>
        <pc:spChg chg="add mod">
          <ac:chgData name="LEO Jacopo Maria" userId="665b09db-13aa-43ca-b6b5-4bcff6034c2e" providerId="ADAL" clId="{57998582-5903-4B0E-A9B9-6D107323BEDE}" dt="2022-07-07T10:10:34.779" v="605" actId="1076"/>
          <ac:spMkLst>
            <pc:docMk/>
            <pc:sldMk cId="3114856435" sldId="526"/>
            <ac:spMk id="12" creationId="{59513BCD-D7C6-F1B9-E1AD-4567FCDECEA6}"/>
          </ac:spMkLst>
        </pc:spChg>
        <pc:spChg chg="add mod">
          <ac:chgData name="LEO Jacopo Maria" userId="665b09db-13aa-43ca-b6b5-4bcff6034c2e" providerId="ADAL" clId="{57998582-5903-4B0E-A9B9-6D107323BEDE}" dt="2022-07-07T10:12:55.778" v="677" actId="20577"/>
          <ac:spMkLst>
            <pc:docMk/>
            <pc:sldMk cId="3114856435" sldId="526"/>
            <ac:spMk id="13" creationId="{46D476D8-DD71-6762-A982-05A82B9571BE}"/>
          </ac:spMkLst>
        </pc:spChg>
        <pc:spChg chg="add mod">
          <ac:chgData name="LEO Jacopo Maria" userId="665b09db-13aa-43ca-b6b5-4bcff6034c2e" providerId="ADAL" clId="{57998582-5903-4B0E-A9B9-6D107323BEDE}" dt="2022-07-07T10:10:44.377" v="607" actId="1076"/>
          <ac:spMkLst>
            <pc:docMk/>
            <pc:sldMk cId="3114856435" sldId="526"/>
            <ac:spMk id="15" creationId="{9EB32628-D28A-87B3-94D4-557EB720493D}"/>
          </ac:spMkLst>
        </pc:spChg>
        <pc:grpChg chg="mod">
          <ac:chgData name="LEO Jacopo Maria" userId="665b09db-13aa-43ca-b6b5-4bcff6034c2e" providerId="ADAL" clId="{57998582-5903-4B0E-A9B9-6D107323BEDE}" dt="2022-07-07T10:10:32.661" v="604" actId="1076"/>
          <ac:grpSpMkLst>
            <pc:docMk/>
            <pc:sldMk cId="3114856435" sldId="526"/>
            <ac:grpSpMk id="19" creationId="{41009512-FAD4-798E-2BD7-D96A9DBBBBE7}"/>
          </ac:grpSpMkLst>
        </pc:grpChg>
      </pc:sldChg>
      <pc:sldChg chg="addSp modSp mod">
        <pc:chgData name="LEO Jacopo Maria" userId="665b09db-13aa-43ca-b6b5-4bcff6034c2e" providerId="ADAL" clId="{57998582-5903-4B0E-A9B9-6D107323BEDE}" dt="2022-07-07T10:13:54.546" v="703" actId="20577"/>
        <pc:sldMkLst>
          <pc:docMk/>
          <pc:sldMk cId="2979532848" sldId="527"/>
        </pc:sldMkLst>
        <pc:spChg chg="mod">
          <ac:chgData name="LEO Jacopo Maria" userId="665b09db-13aa-43ca-b6b5-4bcff6034c2e" providerId="ADAL" clId="{57998582-5903-4B0E-A9B9-6D107323BEDE}" dt="2022-07-07T10:13:54.546" v="703" actId="20577"/>
          <ac:spMkLst>
            <pc:docMk/>
            <pc:sldMk cId="2979532848" sldId="527"/>
            <ac:spMk id="3" creationId="{8C2A34A4-9DC2-707B-643C-F43498628C16}"/>
          </ac:spMkLst>
        </pc:spChg>
        <pc:spChg chg="add mod">
          <ac:chgData name="LEO Jacopo Maria" userId="665b09db-13aa-43ca-b6b5-4bcff6034c2e" providerId="ADAL" clId="{57998582-5903-4B0E-A9B9-6D107323BEDE}" dt="2022-07-07T10:10:56.847" v="609" actId="1076"/>
          <ac:spMkLst>
            <pc:docMk/>
            <pc:sldMk cId="2979532848" sldId="527"/>
            <ac:spMk id="15" creationId="{D66CB5F1-E781-CA2B-C88F-EB53C48F2BF5}"/>
          </ac:spMkLst>
        </pc:spChg>
        <pc:spChg chg="add mod">
          <ac:chgData name="LEO Jacopo Maria" userId="665b09db-13aa-43ca-b6b5-4bcff6034c2e" providerId="ADAL" clId="{57998582-5903-4B0E-A9B9-6D107323BEDE}" dt="2022-07-07T10:12:48.633" v="675" actId="20577"/>
          <ac:spMkLst>
            <pc:docMk/>
            <pc:sldMk cId="2979532848" sldId="527"/>
            <ac:spMk id="16" creationId="{B12C9CB7-7FCF-6236-6834-9C45CB5BC7CC}"/>
          </ac:spMkLst>
        </pc:spChg>
        <pc:spChg chg="add mod">
          <ac:chgData name="LEO Jacopo Maria" userId="665b09db-13aa-43ca-b6b5-4bcff6034c2e" providerId="ADAL" clId="{57998582-5903-4B0E-A9B9-6D107323BEDE}" dt="2022-07-07T10:12:43.246" v="673" actId="1076"/>
          <ac:spMkLst>
            <pc:docMk/>
            <pc:sldMk cId="2979532848" sldId="527"/>
            <ac:spMk id="17" creationId="{0DA16E5D-6ED3-BD81-1C36-943503DF713C}"/>
          </ac:spMkLst>
        </pc:spChg>
        <pc:spChg chg="add mod">
          <ac:chgData name="LEO Jacopo Maria" userId="665b09db-13aa-43ca-b6b5-4bcff6034c2e" providerId="ADAL" clId="{57998582-5903-4B0E-A9B9-6D107323BEDE}" dt="2022-07-07T10:11:14.962" v="627" actId="20577"/>
          <ac:spMkLst>
            <pc:docMk/>
            <pc:sldMk cId="2979532848" sldId="527"/>
            <ac:spMk id="18" creationId="{333124BB-8732-0926-A011-EDDF1197B492}"/>
          </ac:spMkLst>
        </pc:spChg>
      </pc:sldChg>
      <pc:sldChg chg="addSp modSp mod">
        <pc:chgData name="LEO Jacopo Maria" userId="665b09db-13aa-43ca-b6b5-4bcff6034c2e" providerId="ADAL" clId="{57998582-5903-4B0E-A9B9-6D107323BEDE}" dt="2022-07-07T13:23:32.651" v="1234" actId="20577"/>
        <pc:sldMkLst>
          <pc:docMk/>
          <pc:sldMk cId="2835273321" sldId="528"/>
        </pc:sldMkLst>
        <pc:spChg chg="mod">
          <ac:chgData name="LEO Jacopo Maria" userId="665b09db-13aa-43ca-b6b5-4bcff6034c2e" providerId="ADAL" clId="{57998582-5903-4B0E-A9B9-6D107323BEDE}" dt="2022-07-07T13:23:32.651" v="1234" actId="20577"/>
          <ac:spMkLst>
            <pc:docMk/>
            <pc:sldMk cId="2835273321" sldId="528"/>
            <ac:spMk id="5" creationId="{B45304A7-DC86-5FDA-3399-F56AC08D9737}"/>
          </ac:spMkLst>
        </pc:spChg>
        <pc:spChg chg="add mod">
          <ac:chgData name="LEO Jacopo Maria" userId="665b09db-13aa-43ca-b6b5-4bcff6034c2e" providerId="ADAL" clId="{57998582-5903-4B0E-A9B9-6D107323BEDE}" dt="2022-07-07T10:11:26.868" v="634" actId="1076"/>
          <ac:spMkLst>
            <pc:docMk/>
            <pc:sldMk cId="2835273321" sldId="528"/>
            <ac:spMk id="16" creationId="{D0E2BD4D-673D-A379-7DF0-532F85B979C3}"/>
          </ac:spMkLst>
        </pc:spChg>
        <pc:spChg chg="add mod">
          <ac:chgData name="LEO Jacopo Maria" userId="665b09db-13aa-43ca-b6b5-4bcff6034c2e" providerId="ADAL" clId="{57998582-5903-4B0E-A9B9-6D107323BEDE}" dt="2022-07-07T10:11:29.199" v="636" actId="1076"/>
          <ac:spMkLst>
            <pc:docMk/>
            <pc:sldMk cId="2835273321" sldId="528"/>
            <ac:spMk id="21" creationId="{BA705B5E-F9F4-3E77-6DD5-05CB81313499}"/>
          </ac:spMkLst>
        </pc:spChg>
        <pc:spChg chg="add mod">
          <ac:chgData name="LEO Jacopo Maria" userId="665b09db-13aa-43ca-b6b5-4bcff6034c2e" providerId="ADAL" clId="{57998582-5903-4B0E-A9B9-6D107323BEDE}" dt="2022-07-07T10:12:30.547" v="665" actId="20577"/>
          <ac:spMkLst>
            <pc:docMk/>
            <pc:sldMk cId="2835273321" sldId="528"/>
            <ac:spMk id="22" creationId="{51E4EDF3-916F-AAEF-356F-9943C59759C9}"/>
          </ac:spMkLst>
        </pc:spChg>
        <pc:spChg chg="add mod">
          <ac:chgData name="LEO Jacopo Maria" userId="665b09db-13aa-43ca-b6b5-4bcff6034c2e" providerId="ADAL" clId="{57998582-5903-4B0E-A9B9-6D107323BEDE}" dt="2022-07-07T10:11:41.370" v="645" actId="20577"/>
          <ac:spMkLst>
            <pc:docMk/>
            <pc:sldMk cId="2835273321" sldId="528"/>
            <ac:spMk id="23" creationId="{E6AD178B-E82D-8BD4-351F-DFD8C1B903C3}"/>
          </ac:spMkLst>
        </pc:spChg>
        <pc:spChg chg="add mod">
          <ac:chgData name="LEO Jacopo Maria" userId="665b09db-13aa-43ca-b6b5-4bcff6034c2e" providerId="ADAL" clId="{57998582-5903-4B0E-A9B9-6D107323BEDE}" dt="2022-07-07T10:12:33.890" v="669" actId="20577"/>
          <ac:spMkLst>
            <pc:docMk/>
            <pc:sldMk cId="2835273321" sldId="528"/>
            <ac:spMk id="26" creationId="{AE179DC3-B196-12CC-F3F7-045DC8C6BC9B}"/>
          </ac:spMkLst>
        </pc:spChg>
        <pc:spChg chg="add mod">
          <ac:chgData name="LEO Jacopo Maria" userId="665b09db-13aa-43ca-b6b5-4bcff6034c2e" providerId="ADAL" clId="{57998582-5903-4B0E-A9B9-6D107323BEDE}" dt="2022-07-07T10:11:45.121" v="647" actId="1076"/>
          <ac:spMkLst>
            <pc:docMk/>
            <pc:sldMk cId="2835273321" sldId="528"/>
            <ac:spMk id="27" creationId="{9B17DDA7-037B-D128-9D6A-9B6E30DB3CCF}"/>
          </ac:spMkLst>
        </pc:spChg>
      </pc:sldChg>
      <pc:sldChg chg="addSp delSp modSp mod">
        <pc:chgData name="LEO Jacopo Maria" userId="665b09db-13aa-43ca-b6b5-4bcff6034c2e" providerId="ADAL" clId="{57998582-5903-4B0E-A9B9-6D107323BEDE}" dt="2022-07-07T13:01:17.377" v="1223" actId="20577"/>
        <pc:sldMkLst>
          <pc:docMk/>
          <pc:sldMk cId="1089432207" sldId="529"/>
        </pc:sldMkLst>
        <pc:spChg chg="del">
          <ac:chgData name="LEO Jacopo Maria" userId="665b09db-13aa-43ca-b6b5-4bcff6034c2e" providerId="ADAL" clId="{57998582-5903-4B0E-A9B9-6D107323BEDE}" dt="2022-07-07T12:54:20.374" v="958" actId="478"/>
          <ac:spMkLst>
            <pc:docMk/>
            <pc:sldMk cId="1089432207" sldId="529"/>
            <ac:spMk id="2" creationId="{4540E83A-DB34-DBFC-4389-A369053D1EE1}"/>
          </ac:spMkLst>
        </pc:spChg>
        <pc:spChg chg="del">
          <ac:chgData name="LEO Jacopo Maria" userId="665b09db-13aa-43ca-b6b5-4bcff6034c2e" providerId="ADAL" clId="{57998582-5903-4B0E-A9B9-6D107323BEDE}" dt="2022-07-07T12:54:21.033" v="959" actId="478"/>
          <ac:spMkLst>
            <pc:docMk/>
            <pc:sldMk cId="1089432207" sldId="529"/>
            <ac:spMk id="3" creationId="{FAC20334-3349-2833-66A2-02C46037AB98}"/>
          </ac:spMkLst>
        </pc:spChg>
        <pc:spChg chg="add mod">
          <ac:chgData name="LEO Jacopo Maria" userId="665b09db-13aa-43ca-b6b5-4bcff6034c2e" providerId="ADAL" clId="{57998582-5903-4B0E-A9B9-6D107323BEDE}" dt="2022-07-07T12:58:13.556" v="1177" actId="1076"/>
          <ac:spMkLst>
            <pc:docMk/>
            <pc:sldMk cId="1089432207" sldId="529"/>
            <ac:spMk id="7" creationId="{42F67890-8F3E-E342-EF6D-492621CBBD30}"/>
          </ac:spMkLst>
        </pc:spChg>
        <pc:spChg chg="add mod">
          <ac:chgData name="LEO Jacopo Maria" userId="665b09db-13aa-43ca-b6b5-4bcff6034c2e" providerId="ADAL" clId="{57998582-5903-4B0E-A9B9-6D107323BEDE}" dt="2022-07-07T12:54:32.382" v="965" actId="20577"/>
          <ac:spMkLst>
            <pc:docMk/>
            <pc:sldMk cId="1089432207" sldId="529"/>
            <ac:spMk id="8" creationId="{0F2D7ADD-9F5F-D98D-0054-25AD353E81E0}"/>
          </ac:spMkLst>
        </pc:spChg>
        <pc:spChg chg="add mod">
          <ac:chgData name="LEO Jacopo Maria" userId="665b09db-13aa-43ca-b6b5-4bcff6034c2e" providerId="ADAL" clId="{57998582-5903-4B0E-A9B9-6D107323BEDE}" dt="2022-07-07T13:01:17.377" v="1223" actId="20577"/>
          <ac:spMkLst>
            <pc:docMk/>
            <pc:sldMk cId="1089432207" sldId="529"/>
            <ac:spMk id="9" creationId="{622A1D19-677A-429A-815F-1BDF1EEB9F55}"/>
          </ac:spMkLst>
        </pc:spChg>
        <pc:spChg chg="add mod">
          <ac:chgData name="LEO Jacopo Maria" userId="665b09db-13aa-43ca-b6b5-4bcff6034c2e" providerId="ADAL" clId="{57998582-5903-4B0E-A9B9-6D107323BEDE}" dt="2022-07-07T12:55:51.468" v="1066" actId="1076"/>
          <ac:spMkLst>
            <pc:docMk/>
            <pc:sldMk cId="1089432207" sldId="529"/>
            <ac:spMk id="11" creationId="{1F30373A-8B9C-6652-4ECC-B5B4459A0F3E}"/>
          </ac:spMkLst>
        </pc:spChg>
        <pc:spChg chg="add mod">
          <ac:chgData name="LEO Jacopo Maria" userId="665b09db-13aa-43ca-b6b5-4bcff6034c2e" providerId="ADAL" clId="{57998582-5903-4B0E-A9B9-6D107323BEDE}" dt="2022-07-07T12:56:31.656" v="1101" actId="1076"/>
          <ac:spMkLst>
            <pc:docMk/>
            <pc:sldMk cId="1089432207" sldId="529"/>
            <ac:spMk id="14" creationId="{0E576594-0C83-4FA1-A5D0-01E53FA5E830}"/>
          </ac:spMkLst>
        </pc:spChg>
        <pc:spChg chg="add mod">
          <ac:chgData name="LEO Jacopo Maria" userId="665b09db-13aa-43ca-b6b5-4bcff6034c2e" providerId="ADAL" clId="{57998582-5903-4B0E-A9B9-6D107323BEDE}" dt="2022-07-07T12:57:57.830" v="1169" actId="1076"/>
          <ac:spMkLst>
            <pc:docMk/>
            <pc:sldMk cId="1089432207" sldId="529"/>
            <ac:spMk id="17" creationId="{597372D0-889A-BAB2-1DE1-A1BF9605BF96}"/>
          </ac:spMkLst>
        </pc:spChg>
        <pc:spChg chg="add mod">
          <ac:chgData name="LEO Jacopo Maria" userId="665b09db-13aa-43ca-b6b5-4bcff6034c2e" providerId="ADAL" clId="{57998582-5903-4B0E-A9B9-6D107323BEDE}" dt="2022-07-07T12:58:16.198" v="1178" actId="1076"/>
          <ac:spMkLst>
            <pc:docMk/>
            <pc:sldMk cId="1089432207" sldId="529"/>
            <ac:spMk id="21" creationId="{4B8BC3F9-13E2-0096-8DAA-BB4D02A924C0}"/>
          </ac:spMkLst>
        </pc:spChg>
        <pc:spChg chg="add mod">
          <ac:chgData name="LEO Jacopo Maria" userId="665b09db-13aa-43ca-b6b5-4bcff6034c2e" providerId="ADAL" clId="{57998582-5903-4B0E-A9B9-6D107323BEDE}" dt="2022-07-07T13:00:03.403" v="1205" actId="1076"/>
          <ac:spMkLst>
            <pc:docMk/>
            <pc:sldMk cId="1089432207" sldId="529"/>
            <ac:spMk id="30" creationId="{7BE7BF9A-7993-5C2B-EEC1-98099F04883E}"/>
          </ac:spMkLst>
        </pc:spChg>
        <pc:spChg chg="add mod">
          <ac:chgData name="LEO Jacopo Maria" userId="665b09db-13aa-43ca-b6b5-4bcff6034c2e" providerId="ADAL" clId="{57998582-5903-4B0E-A9B9-6D107323BEDE}" dt="2022-07-07T13:00:08.060" v="1208" actId="14100"/>
          <ac:spMkLst>
            <pc:docMk/>
            <pc:sldMk cId="1089432207" sldId="529"/>
            <ac:spMk id="31" creationId="{F6EE4F11-DD56-90EE-8652-083B932C14D0}"/>
          </ac:spMkLst>
        </pc:spChg>
        <pc:spChg chg="add mod">
          <ac:chgData name="LEO Jacopo Maria" userId="665b09db-13aa-43ca-b6b5-4bcff6034c2e" providerId="ADAL" clId="{57998582-5903-4B0E-A9B9-6D107323BEDE}" dt="2022-07-07T13:01:04.301" v="1222" actId="1076"/>
          <ac:spMkLst>
            <pc:docMk/>
            <pc:sldMk cId="1089432207" sldId="529"/>
            <ac:spMk id="34" creationId="{850CF309-4105-7EEA-783F-677F24BA3847}"/>
          </ac:spMkLst>
        </pc:spChg>
        <pc:grpChg chg="add mod">
          <ac:chgData name="LEO Jacopo Maria" userId="665b09db-13aa-43ca-b6b5-4bcff6034c2e" providerId="ADAL" clId="{57998582-5903-4B0E-A9B9-6D107323BEDE}" dt="2022-07-07T12:57:22.765" v="1127" actId="1076"/>
          <ac:grpSpMkLst>
            <pc:docMk/>
            <pc:sldMk cId="1089432207" sldId="529"/>
            <ac:grpSpMk id="18" creationId="{75DE3D87-66C8-E008-D349-72AAF1C01157}"/>
          </ac:grpSpMkLst>
        </pc:grpChg>
        <pc:grpChg chg="add mod">
          <ac:chgData name="LEO Jacopo Maria" userId="665b09db-13aa-43ca-b6b5-4bcff6034c2e" providerId="ADAL" clId="{57998582-5903-4B0E-A9B9-6D107323BEDE}" dt="2022-07-07T12:58:23.322" v="1181" actId="1076"/>
          <ac:grpSpMkLst>
            <pc:docMk/>
            <pc:sldMk cId="1089432207" sldId="529"/>
            <ac:grpSpMk id="22" creationId="{86187ED9-A66E-C2F6-DFB0-00A43C7D9790}"/>
          </ac:grpSpMkLst>
        </pc:grpChg>
        <pc:grpChg chg="add del mod">
          <ac:chgData name="LEO Jacopo Maria" userId="665b09db-13aa-43ca-b6b5-4bcff6034c2e" providerId="ADAL" clId="{57998582-5903-4B0E-A9B9-6D107323BEDE}" dt="2022-07-07T12:58:47.999" v="1188" actId="478"/>
          <ac:grpSpMkLst>
            <pc:docMk/>
            <pc:sldMk cId="1089432207" sldId="529"/>
            <ac:grpSpMk id="25" creationId="{4D37EFF5-9765-7302-EBBD-EEE283C8753C}"/>
          </ac:grpSpMkLst>
        </pc:grpChg>
        <pc:grpChg chg="add mod">
          <ac:chgData name="LEO Jacopo Maria" userId="665b09db-13aa-43ca-b6b5-4bcff6034c2e" providerId="ADAL" clId="{57998582-5903-4B0E-A9B9-6D107323BEDE}" dt="2022-07-07T13:00:42.357" v="1214" actId="1076"/>
          <ac:grpSpMkLst>
            <pc:docMk/>
            <pc:sldMk cId="1089432207" sldId="529"/>
            <ac:grpSpMk id="35" creationId="{8DD51974-88CC-8FD8-D5F4-2292BDEF0EC6}"/>
          </ac:grpSpMkLst>
        </pc:grpChg>
        <pc:picChg chg="add mod">
          <ac:chgData name="LEO Jacopo Maria" userId="665b09db-13aa-43ca-b6b5-4bcff6034c2e" providerId="ADAL" clId="{57998582-5903-4B0E-A9B9-6D107323BEDE}" dt="2022-07-07T12:59:56.796" v="1202" actId="1076"/>
          <ac:picMkLst>
            <pc:docMk/>
            <pc:sldMk cId="1089432207" sldId="529"/>
            <ac:picMk id="6" creationId="{6ACE824B-8735-22C3-4851-7FF589268378}"/>
          </ac:picMkLst>
        </pc:picChg>
        <pc:picChg chg="add mod">
          <ac:chgData name="LEO Jacopo Maria" userId="665b09db-13aa-43ca-b6b5-4bcff6034c2e" providerId="ADAL" clId="{57998582-5903-4B0E-A9B9-6D107323BEDE}" dt="2022-07-07T12:59:23.814" v="1193" actId="1076"/>
          <ac:picMkLst>
            <pc:docMk/>
            <pc:sldMk cId="1089432207" sldId="529"/>
            <ac:picMk id="29" creationId="{CE549437-C793-B6D9-066B-A7F9BF0CFB3A}"/>
          </ac:picMkLst>
        </pc:picChg>
        <pc:cxnChg chg="add mod">
          <ac:chgData name="LEO Jacopo Maria" userId="665b09db-13aa-43ca-b6b5-4bcff6034c2e" providerId="ADAL" clId="{57998582-5903-4B0E-A9B9-6D107323BEDE}" dt="2022-07-07T12:55:41.190" v="1048" actId="1076"/>
          <ac:cxnSpMkLst>
            <pc:docMk/>
            <pc:sldMk cId="1089432207" sldId="529"/>
            <ac:cxnSpMk id="10" creationId="{25849FC1-6819-5CC3-799F-F0A11982183E}"/>
          </ac:cxnSpMkLst>
        </pc:cxnChg>
        <pc:cxnChg chg="add mod">
          <ac:chgData name="LEO Jacopo Maria" userId="665b09db-13aa-43ca-b6b5-4bcff6034c2e" providerId="ADAL" clId="{57998582-5903-4B0E-A9B9-6D107323BEDE}" dt="2022-07-07T12:56:35.015" v="1104" actId="1076"/>
          <ac:cxnSpMkLst>
            <pc:docMk/>
            <pc:sldMk cId="1089432207" sldId="529"/>
            <ac:cxnSpMk id="15" creationId="{796FE183-DAD4-5659-1FCB-DACD332D4D87}"/>
          </ac:cxnSpMkLst>
        </pc:cxnChg>
        <pc:cxnChg chg="mod">
          <ac:chgData name="LEO Jacopo Maria" userId="665b09db-13aa-43ca-b6b5-4bcff6034c2e" providerId="ADAL" clId="{57998582-5903-4B0E-A9B9-6D107323BEDE}" dt="2022-07-07T12:57:25.350" v="1128" actId="1076"/>
          <ac:cxnSpMkLst>
            <pc:docMk/>
            <pc:sldMk cId="1089432207" sldId="529"/>
            <ac:cxnSpMk id="19" creationId="{CBAF04A1-28F8-3EDD-D2EB-23862C0FA9F3}"/>
          </ac:cxnSpMkLst>
        </pc:cxnChg>
        <pc:cxnChg chg="mod">
          <ac:chgData name="LEO Jacopo Maria" userId="665b09db-13aa-43ca-b6b5-4bcff6034c2e" providerId="ADAL" clId="{57998582-5903-4B0E-A9B9-6D107323BEDE}" dt="2022-07-07T12:57:10.049" v="1122"/>
          <ac:cxnSpMkLst>
            <pc:docMk/>
            <pc:sldMk cId="1089432207" sldId="529"/>
            <ac:cxnSpMk id="20" creationId="{5CAA2A80-E30C-37B3-F8FA-02466C28543A}"/>
          </ac:cxnSpMkLst>
        </pc:cxnChg>
        <pc:cxnChg chg="mod">
          <ac:chgData name="LEO Jacopo Maria" userId="665b09db-13aa-43ca-b6b5-4bcff6034c2e" providerId="ADAL" clId="{57998582-5903-4B0E-A9B9-6D107323BEDE}" dt="2022-07-07T12:58:28.840" v="1182" actId="1076"/>
          <ac:cxnSpMkLst>
            <pc:docMk/>
            <pc:sldMk cId="1089432207" sldId="529"/>
            <ac:cxnSpMk id="23" creationId="{A8999CE6-2F3B-1F91-C7F3-034FFCCC1C11}"/>
          </ac:cxnSpMkLst>
        </pc:cxnChg>
        <pc:cxnChg chg="mod">
          <ac:chgData name="LEO Jacopo Maria" userId="665b09db-13aa-43ca-b6b5-4bcff6034c2e" providerId="ADAL" clId="{57998582-5903-4B0E-A9B9-6D107323BEDE}" dt="2022-07-07T12:58:31.361" v="1183" actId="1076"/>
          <ac:cxnSpMkLst>
            <pc:docMk/>
            <pc:sldMk cId="1089432207" sldId="529"/>
            <ac:cxnSpMk id="24" creationId="{79E6CBE6-6B14-38BD-9881-C1D78433BB7A}"/>
          </ac:cxnSpMkLst>
        </pc:cxnChg>
        <pc:cxnChg chg="mod">
          <ac:chgData name="LEO Jacopo Maria" userId="665b09db-13aa-43ca-b6b5-4bcff6034c2e" providerId="ADAL" clId="{57998582-5903-4B0E-A9B9-6D107323BEDE}" dt="2022-07-07T12:58:36.483" v="1184"/>
          <ac:cxnSpMkLst>
            <pc:docMk/>
            <pc:sldMk cId="1089432207" sldId="529"/>
            <ac:cxnSpMk id="26" creationId="{3903C832-7E40-D571-5C51-7034D929ECFC}"/>
          </ac:cxnSpMkLst>
        </pc:cxnChg>
        <pc:cxnChg chg="mod">
          <ac:chgData name="LEO Jacopo Maria" userId="665b09db-13aa-43ca-b6b5-4bcff6034c2e" providerId="ADAL" clId="{57998582-5903-4B0E-A9B9-6D107323BEDE}" dt="2022-07-07T12:58:44.677" v="1187" actId="1076"/>
          <ac:cxnSpMkLst>
            <pc:docMk/>
            <pc:sldMk cId="1089432207" sldId="529"/>
            <ac:cxnSpMk id="27" creationId="{B1E6F387-A7B3-D5BA-FC33-E33DC227A826}"/>
          </ac:cxnSpMkLst>
        </pc:cxnChg>
        <pc:cxnChg chg="add mod">
          <ac:chgData name="LEO Jacopo Maria" userId="665b09db-13aa-43ca-b6b5-4bcff6034c2e" providerId="ADAL" clId="{57998582-5903-4B0E-A9B9-6D107323BEDE}" dt="2022-07-07T13:00:24.230" v="1211" actId="1582"/>
          <ac:cxnSpMkLst>
            <pc:docMk/>
            <pc:sldMk cId="1089432207" sldId="529"/>
            <ac:cxnSpMk id="33" creationId="{AD1B9B58-13D7-12FB-B7DA-AEE37C8F924A}"/>
          </ac:cxnSpMkLst>
        </pc:cxnChg>
        <pc:cxnChg chg="mod">
          <ac:chgData name="LEO Jacopo Maria" userId="665b09db-13aa-43ca-b6b5-4bcff6034c2e" providerId="ADAL" clId="{57998582-5903-4B0E-A9B9-6D107323BEDE}" dt="2022-07-07T13:00:51.860" v="1215" actId="1076"/>
          <ac:cxnSpMkLst>
            <pc:docMk/>
            <pc:sldMk cId="1089432207" sldId="529"/>
            <ac:cxnSpMk id="36" creationId="{D4781202-5257-E04A-16BD-66C990F87E35}"/>
          </ac:cxnSpMkLst>
        </pc:cxnChg>
        <pc:cxnChg chg="mod">
          <ac:chgData name="LEO Jacopo Maria" userId="665b09db-13aa-43ca-b6b5-4bcff6034c2e" providerId="ADAL" clId="{57998582-5903-4B0E-A9B9-6D107323BEDE}" dt="2022-07-07T13:00:55.600" v="1216" actId="1076"/>
          <ac:cxnSpMkLst>
            <pc:docMk/>
            <pc:sldMk cId="1089432207" sldId="529"/>
            <ac:cxnSpMk id="37" creationId="{224E2F21-2B1F-5725-F933-2D078F9BDFFF}"/>
          </ac:cxnSpMkLst>
        </pc:cxnChg>
      </pc:sldChg>
      <pc:sldChg chg="addSp delSp modSp mod">
        <pc:chgData name="LEO Jacopo Maria" userId="665b09db-13aa-43ca-b6b5-4bcff6034c2e" providerId="ADAL" clId="{57998582-5903-4B0E-A9B9-6D107323BEDE}" dt="2022-07-07T10:14:49.408" v="758" actId="1076"/>
        <pc:sldMkLst>
          <pc:docMk/>
          <pc:sldMk cId="1759037555" sldId="530"/>
        </pc:sldMkLst>
        <pc:spChg chg="del">
          <ac:chgData name="LEO Jacopo Maria" userId="665b09db-13aa-43ca-b6b5-4bcff6034c2e" providerId="ADAL" clId="{57998582-5903-4B0E-A9B9-6D107323BEDE}" dt="2022-07-05T12:30:34.539" v="1" actId="478"/>
          <ac:spMkLst>
            <pc:docMk/>
            <pc:sldMk cId="1759037555" sldId="530"/>
            <ac:spMk id="2" creationId="{415F3530-A17F-B0BA-B31C-F076E0EEF42B}"/>
          </ac:spMkLst>
        </pc:spChg>
        <pc:spChg chg="del">
          <ac:chgData name="LEO Jacopo Maria" userId="665b09db-13aa-43ca-b6b5-4bcff6034c2e" providerId="ADAL" clId="{57998582-5903-4B0E-A9B9-6D107323BEDE}" dt="2022-07-05T12:30:33.341" v="0" actId="478"/>
          <ac:spMkLst>
            <pc:docMk/>
            <pc:sldMk cId="1759037555" sldId="530"/>
            <ac:spMk id="3" creationId="{F08206DD-F0FB-6A98-3879-6CB5FC7B49E1}"/>
          </ac:spMkLst>
        </pc:spChg>
        <pc:spChg chg="add mod">
          <ac:chgData name="LEO Jacopo Maria" userId="665b09db-13aa-43ca-b6b5-4bcff6034c2e" providerId="ADAL" clId="{57998582-5903-4B0E-A9B9-6D107323BEDE}" dt="2022-07-07T10:14:49.408" v="758" actId="1076"/>
          <ac:spMkLst>
            <pc:docMk/>
            <pc:sldMk cId="1759037555" sldId="530"/>
            <ac:spMk id="6" creationId="{72E321A8-BCA5-C043-0F6B-30FC9F88A535}"/>
          </ac:spMkLst>
        </pc:spChg>
        <pc:spChg chg="add mod">
          <ac:chgData name="LEO Jacopo Maria" userId="665b09db-13aa-43ca-b6b5-4bcff6034c2e" providerId="ADAL" clId="{57998582-5903-4B0E-A9B9-6D107323BEDE}" dt="2022-07-07T10:14:47.815" v="757" actId="1076"/>
          <ac:spMkLst>
            <pc:docMk/>
            <pc:sldMk cId="1759037555" sldId="530"/>
            <ac:spMk id="7" creationId="{273588CE-5F1F-F437-8B47-684AA915DC5C}"/>
          </ac:spMkLst>
        </pc:spChg>
        <pc:picChg chg="add mod">
          <ac:chgData name="LEO Jacopo Maria" userId="665b09db-13aa-43ca-b6b5-4bcff6034c2e" providerId="ADAL" clId="{57998582-5903-4B0E-A9B9-6D107323BEDE}" dt="2022-07-07T10:14:19.952" v="712" actId="1076"/>
          <ac:picMkLst>
            <pc:docMk/>
            <pc:sldMk cId="1759037555" sldId="530"/>
            <ac:picMk id="3" creationId="{D0B14ED4-6352-2C49-9B73-D31ABD5DFC91}"/>
          </ac:picMkLst>
        </pc:picChg>
        <pc:picChg chg="add mod">
          <ac:chgData name="LEO Jacopo Maria" userId="665b09db-13aa-43ca-b6b5-4bcff6034c2e" providerId="ADAL" clId="{57998582-5903-4B0E-A9B9-6D107323BEDE}" dt="2022-07-07T10:14:14.613" v="708" actId="1076"/>
          <ac:picMkLst>
            <pc:docMk/>
            <pc:sldMk cId="1759037555" sldId="530"/>
            <ac:picMk id="5" creationId="{721EB121-196A-0062-72E4-D72970F26B0B}"/>
          </ac:picMkLst>
        </pc:picChg>
      </pc:sldChg>
      <pc:sldChg chg="addSp delSp modSp new mod">
        <pc:chgData name="LEO Jacopo Maria" userId="665b09db-13aa-43ca-b6b5-4bcff6034c2e" providerId="ADAL" clId="{57998582-5903-4B0E-A9B9-6D107323BEDE}" dt="2022-07-07T10:12:16.795" v="661" actId="20577"/>
        <pc:sldMkLst>
          <pc:docMk/>
          <pc:sldMk cId="1411255848" sldId="531"/>
        </pc:sldMkLst>
        <pc:spChg chg="del">
          <ac:chgData name="LEO Jacopo Maria" userId="665b09db-13aa-43ca-b6b5-4bcff6034c2e" providerId="ADAL" clId="{57998582-5903-4B0E-A9B9-6D107323BEDE}" dt="2022-07-05T12:31:11.384" v="48" actId="478"/>
          <ac:spMkLst>
            <pc:docMk/>
            <pc:sldMk cId="1411255848" sldId="531"/>
            <ac:spMk id="2" creationId="{7F6784DD-C7A2-09D1-CB6F-2F39A7A1CD35}"/>
          </ac:spMkLst>
        </pc:spChg>
        <pc:spChg chg="mod">
          <ac:chgData name="LEO Jacopo Maria" userId="665b09db-13aa-43ca-b6b5-4bcff6034c2e" providerId="ADAL" clId="{57998582-5903-4B0E-A9B9-6D107323BEDE}" dt="2022-07-05T13:11:27.264" v="244" actId="14100"/>
          <ac:spMkLst>
            <pc:docMk/>
            <pc:sldMk cId="1411255848" sldId="531"/>
            <ac:spMk id="3" creationId="{E1273626-268A-8AC8-613D-0E356BACBDDD}"/>
          </ac:spMkLst>
        </pc:spChg>
        <pc:spChg chg="mod">
          <ac:chgData name="LEO Jacopo Maria" userId="665b09db-13aa-43ca-b6b5-4bcff6034c2e" providerId="ADAL" clId="{57998582-5903-4B0E-A9B9-6D107323BEDE}" dt="2022-07-05T12:30:42.651" v="21" actId="20577"/>
          <ac:spMkLst>
            <pc:docMk/>
            <pc:sldMk cId="1411255848" sldId="531"/>
            <ac:spMk id="4" creationId="{CE9B2745-1F63-285B-95AC-5DEC0883AFA5}"/>
          </ac:spMkLst>
        </pc:spChg>
        <pc:spChg chg="add del mod">
          <ac:chgData name="LEO Jacopo Maria" userId="665b09db-13aa-43ca-b6b5-4bcff6034c2e" providerId="ADAL" clId="{57998582-5903-4B0E-A9B9-6D107323BEDE}" dt="2022-07-05T12:37:29.201" v="128" actId="478"/>
          <ac:spMkLst>
            <pc:docMk/>
            <pc:sldMk cId="1411255848" sldId="531"/>
            <ac:spMk id="8" creationId="{93D3E23C-417F-0981-1B06-6800A7A5A6B0}"/>
          </ac:spMkLst>
        </pc:spChg>
        <pc:spChg chg="add mod">
          <ac:chgData name="LEO Jacopo Maria" userId="665b09db-13aa-43ca-b6b5-4bcff6034c2e" providerId="ADAL" clId="{57998582-5903-4B0E-A9B9-6D107323BEDE}" dt="2022-07-05T12:36:15.047" v="66" actId="20577"/>
          <ac:spMkLst>
            <pc:docMk/>
            <pc:sldMk cId="1411255848" sldId="531"/>
            <ac:spMk id="10" creationId="{C0EA039A-9D41-0AC1-7968-996E926571F1}"/>
          </ac:spMkLst>
        </pc:spChg>
        <pc:spChg chg="add mod">
          <ac:chgData name="LEO Jacopo Maria" userId="665b09db-13aa-43ca-b6b5-4bcff6034c2e" providerId="ADAL" clId="{57998582-5903-4B0E-A9B9-6D107323BEDE}" dt="2022-07-05T12:37:25.482" v="127" actId="14100"/>
          <ac:spMkLst>
            <pc:docMk/>
            <pc:sldMk cId="1411255848" sldId="531"/>
            <ac:spMk id="17" creationId="{031D87CE-59D8-9F4F-3496-CF9E706169F5}"/>
          </ac:spMkLst>
        </pc:spChg>
        <pc:spChg chg="add mod">
          <ac:chgData name="LEO Jacopo Maria" userId="665b09db-13aa-43ca-b6b5-4bcff6034c2e" providerId="ADAL" clId="{57998582-5903-4B0E-A9B9-6D107323BEDE}" dt="2022-07-05T12:39:07.559" v="161" actId="1076"/>
          <ac:spMkLst>
            <pc:docMk/>
            <pc:sldMk cId="1411255848" sldId="531"/>
            <ac:spMk id="18" creationId="{4F02E4F5-E0FB-E80D-D8AF-718C12BAFCA9}"/>
          </ac:spMkLst>
        </pc:spChg>
        <pc:spChg chg="add mod">
          <ac:chgData name="LEO Jacopo Maria" userId="665b09db-13aa-43ca-b6b5-4bcff6034c2e" providerId="ADAL" clId="{57998582-5903-4B0E-A9B9-6D107323BEDE}" dt="2022-07-07T10:12:12.111" v="653" actId="1076"/>
          <ac:spMkLst>
            <pc:docMk/>
            <pc:sldMk cId="1411255848" sldId="531"/>
            <ac:spMk id="19" creationId="{C0428DCC-C90D-D513-706E-A1A8ED039DAE}"/>
          </ac:spMkLst>
        </pc:spChg>
        <pc:spChg chg="add mod">
          <ac:chgData name="LEO Jacopo Maria" userId="665b09db-13aa-43ca-b6b5-4bcff6034c2e" providerId="ADAL" clId="{57998582-5903-4B0E-A9B9-6D107323BEDE}" dt="2022-07-07T10:12:16.795" v="661" actId="20577"/>
          <ac:spMkLst>
            <pc:docMk/>
            <pc:sldMk cId="1411255848" sldId="531"/>
            <ac:spMk id="20" creationId="{6856069B-E417-9316-E01F-BB75C539550F}"/>
          </ac:spMkLst>
        </pc:spChg>
        <pc:spChg chg="add mod">
          <ac:chgData name="LEO Jacopo Maria" userId="665b09db-13aa-43ca-b6b5-4bcff6034c2e" providerId="ADAL" clId="{57998582-5903-4B0E-A9B9-6D107323BEDE}" dt="2022-07-05T12:40:06.161" v="215" actId="1076"/>
          <ac:spMkLst>
            <pc:docMk/>
            <pc:sldMk cId="1411255848" sldId="531"/>
            <ac:spMk id="34" creationId="{5A4A7FC9-FD98-56FA-E89D-1A721D3A5035}"/>
          </ac:spMkLst>
        </pc:spChg>
        <pc:grpChg chg="add mod">
          <ac:chgData name="LEO Jacopo Maria" userId="665b09db-13aa-43ca-b6b5-4bcff6034c2e" providerId="ADAL" clId="{57998582-5903-4B0E-A9B9-6D107323BEDE}" dt="2022-07-05T12:39:29.274" v="185" actId="164"/>
          <ac:grpSpMkLst>
            <pc:docMk/>
            <pc:sldMk cId="1411255848" sldId="531"/>
            <ac:grpSpMk id="30" creationId="{7FA0DC09-7680-A2DF-9351-9A87EA8835E8}"/>
          </ac:grpSpMkLst>
        </pc:grpChg>
        <pc:grpChg chg="add mod">
          <ac:chgData name="LEO Jacopo Maria" userId="665b09db-13aa-43ca-b6b5-4bcff6034c2e" providerId="ADAL" clId="{57998582-5903-4B0E-A9B9-6D107323BEDE}" dt="2022-07-05T12:39:41.918" v="190" actId="1076"/>
          <ac:grpSpMkLst>
            <pc:docMk/>
            <pc:sldMk cId="1411255848" sldId="531"/>
            <ac:grpSpMk id="31" creationId="{0202E355-4293-BB0C-E75B-72DE363D5AC7}"/>
          </ac:grpSpMkLst>
        </pc:grpChg>
        <pc:picChg chg="add mod ord">
          <ac:chgData name="LEO Jacopo Maria" userId="665b09db-13aa-43ca-b6b5-4bcff6034c2e" providerId="ADAL" clId="{57998582-5903-4B0E-A9B9-6D107323BEDE}" dt="2022-07-05T12:40:47.597" v="222" actId="167"/>
          <ac:picMkLst>
            <pc:docMk/>
            <pc:sldMk cId="1411255848" sldId="531"/>
            <ac:picMk id="6" creationId="{4CDF5CA3-924F-70D7-FCCE-E9FE6FD87218}"/>
          </ac:picMkLst>
        </pc:picChg>
        <pc:cxnChg chg="add del mod">
          <ac:chgData name="LEO Jacopo Maria" userId="665b09db-13aa-43ca-b6b5-4bcff6034c2e" providerId="ADAL" clId="{57998582-5903-4B0E-A9B9-6D107323BEDE}" dt="2022-07-05T12:37:31.056" v="130" actId="478"/>
          <ac:cxnSpMkLst>
            <pc:docMk/>
            <pc:sldMk cId="1411255848" sldId="531"/>
            <ac:cxnSpMk id="7" creationId="{7AEB28C4-6C78-41EB-6157-864546F7CCCC}"/>
          </ac:cxnSpMkLst>
        </pc:cxnChg>
        <pc:cxnChg chg="add mod">
          <ac:chgData name="LEO Jacopo Maria" userId="665b09db-13aa-43ca-b6b5-4bcff6034c2e" providerId="ADAL" clId="{57998582-5903-4B0E-A9B9-6D107323BEDE}" dt="2022-07-05T12:38:59.115" v="153" actId="14100"/>
          <ac:cxnSpMkLst>
            <pc:docMk/>
            <pc:sldMk cId="1411255848" sldId="531"/>
            <ac:cxnSpMk id="9" creationId="{F6EECCBC-640B-AD15-1F00-8160CF2A97BD}"/>
          </ac:cxnSpMkLst>
        </pc:cxnChg>
        <pc:cxnChg chg="add mod">
          <ac:chgData name="LEO Jacopo Maria" userId="665b09db-13aa-43ca-b6b5-4bcff6034c2e" providerId="ADAL" clId="{57998582-5903-4B0E-A9B9-6D107323BEDE}" dt="2022-07-05T12:38:55.781" v="152" actId="1076"/>
          <ac:cxnSpMkLst>
            <pc:docMk/>
            <pc:sldMk cId="1411255848" sldId="531"/>
            <ac:cxnSpMk id="13" creationId="{3CEF8BBD-D32D-193A-C4E4-2713CE87F7E9}"/>
          </ac:cxnSpMkLst>
        </pc:cxnChg>
        <pc:cxnChg chg="add del mod">
          <ac:chgData name="LEO Jacopo Maria" userId="665b09db-13aa-43ca-b6b5-4bcff6034c2e" providerId="ADAL" clId="{57998582-5903-4B0E-A9B9-6D107323BEDE}" dt="2022-07-05T12:38:11.642" v="139" actId="478"/>
          <ac:cxnSpMkLst>
            <pc:docMk/>
            <pc:sldMk cId="1411255848" sldId="531"/>
            <ac:cxnSpMk id="19" creationId="{D1F4A557-E08E-B3E6-F056-30C559088DC4}"/>
          </ac:cxnSpMkLst>
        </pc:cxnChg>
        <pc:cxnChg chg="add mod">
          <ac:chgData name="LEO Jacopo Maria" userId="665b09db-13aa-43ca-b6b5-4bcff6034c2e" providerId="ADAL" clId="{57998582-5903-4B0E-A9B9-6D107323BEDE}" dt="2022-07-05T12:39:29.274" v="185" actId="164"/>
          <ac:cxnSpMkLst>
            <pc:docMk/>
            <pc:sldMk cId="1411255848" sldId="531"/>
            <ac:cxnSpMk id="23" creationId="{2B993FB1-CD97-D8CC-25C8-BDB40B23BD37}"/>
          </ac:cxnSpMkLst>
        </pc:cxnChg>
        <pc:cxnChg chg="add mod">
          <ac:chgData name="LEO Jacopo Maria" userId="665b09db-13aa-43ca-b6b5-4bcff6034c2e" providerId="ADAL" clId="{57998582-5903-4B0E-A9B9-6D107323BEDE}" dt="2022-07-05T12:39:29.274" v="185" actId="164"/>
          <ac:cxnSpMkLst>
            <pc:docMk/>
            <pc:sldMk cId="1411255848" sldId="531"/>
            <ac:cxnSpMk id="26" creationId="{1BED5A79-E391-F968-47D1-98C457E1B771}"/>
          </ac:cxnSpMkLst>
        </pc:cxnChg>
        <pc:cxnChg chg="mod">
          <ac:chgData name="LEO Jacopo Maria" userId="665b09db-13aa-43ca-b6b5-4bcff6034c2e" providerId="ADAL" clId="{57998582-5903-4B0E-A9B9-6D107323BEDE}" dt="2022-07-05T12:39:29.928" v="186"/>
          <ac:cxnSpMkLst>
            <pc:docMk/>
            <pc:sldMk cId="1411255848" sldId="531"/>
            <ac:cxnSpMk id="32" creationId="{63F46E38-4D55-2E05-8011-C8D1DDDFA776}"/>
          </ac:cxnSpMkLst>
        </pc:cxnChg>
        <pc:cxnChg chg="mod">
          <ac:chgData name="LEO Jacopo Maria" userId="665b09db-13aa-43ca-b6b5-4bcff6034c2e" providerId="ADAL" clId="{57998582-5903-4B0E-A9B9-6D107323BEDE}" dt="2022-07-05T12:39:47.713" v="191" actId="1076"/>
          <ac:cxnSpMkLst>
            <pc:docMk/>
            <pc:sldMk cId="1411255848" sldId="531"/>
            <ac:cxnSpMk id="33" creationId="{1F7CB961-8B66-940E-71EE-EEDA966EE6FE}"/>
          </ac:cxnSpMkLst>
        </pc:cxnChg>
        <pc:cxnChg chg="add mod ord">
          <ac:chgData name="LEO Jacopo Maria" userId="665b09db-13aa-43ca-b6b5-4bcff6034c2e" providerId="ADAL" clId="{57998582-5903-4B0E-A9B9-6D107323BEDE}" dt="2022-07-05T12:40:58.211" v="223" actId="1582"/>
          <ac:cxnSpMkLst>
            <pc:docMk/>
            <pc:sldMk cId="1411255848" sldId="531"/>
            <ac:cxnSpMk id="36" creationId="{6F7B3D62-54B8-7724-AABA-6C0BA22852CA}"/>
          </ac:cxnSpMkLst>
        </pc:cxnChg>
      </pc:sldChg>
      <pc:sldChg chg="addSp delSp modSp new mod">
        <pc:chgData name="LEO Jacopo Maria" userId="665b09db-13aa-43ca-b6b5-4bcff6034c2e" providerId="ADAL" clId="{57998582-5903-4B0E-A9B9-6D107323BEDE}" dt="2022-07-07T10:13:26.170" v="689" actId="20577"/>
        <pc:sldMkLst>
          <pc:docMk/>
          <pc:sldMk cId="1045176740" sldId="532"/>
        </pc:sldMkLst>
        <pc:spChg chg="del">
          <ac:chgData name="LEO Jacopo Maria" userId="665b09db-13aa-43ca-b6b5-4bcff6034c2e" providerId="ADAL" clId="{57998582-5903-4B0E-A9B9-6D107323BEDE}" dt="2022-07-05T13:14:12.133" v="399" actId="478"/>
          <ac:spMkLst>
            <pc:docMk/>
            <pc:sldMk cId="1045176740" sldId="532"/>
            <ac:spMk id="2" creationId="{051FC406-7311-78F2-4737-1E2A84105C70}"/>
          </ac:spMkLst>
        </pc:spChg>
        <pc:spChg chg="mod">
          <ac:chgData name="LEO Jacopo Maria" userId="665b09db-13aa-43ca-b6b5-4bcff6034c2e" providerId="ADAL" clId="{57998582-5903-4B0E-A9B9-6D107323BEDE}" dt="2022-07-05T13:23:48.013" v="575" actId="790"/>
          <ac:spMkLst>
            <pc:docMk/>
            <pc:sldMk cId="1045176740" sldId="532"/>
            <ac:spMk id="3" creationId="{55D0B5C6-603B-186C-F393-CA4D3B8E9DFE}"/>
          </ac:spMkLst>
        </pc:spChg>
        <pc:spChg chg="mod">
          <ac:chgData name="LEO Jacopo Maria" userId="665b09db-13aa-43ca-b6b5-4bcff6034c2e" providerId="ADAL" clId="{57998582-5903-4B0E-A9B9-6D107323BEDE}" dt="2022-07-05T13:23:48.013" v="575" actId="790"/>
          <ac:spMkLst>
            <pc:docMk/>
            <pc:sldMk cId="1045176740" sldId="532"/>
            <ac:spMk id="4" creationId="{A49BF151-FACB-43EB-0843-1FB2DACEB740}"/>
          </ac:spMkLst>
        </pc:spChg>
        <pc:spChg chg="add del mod">
          <ac:chgData name="LEO Jacopo Maria" userId="665b09db-13aa-43ca-b6b5-4bcff6034c2e" providerId="ADAL" clId="{57998582-5903-4B0E-A9B9-6D107323BEDE}" dt="2022-07-05T13:23:42.330" v="574" actId="478"/>
          <ac:spMkLst>
            <pc:docMk/>
            <pc:sldMk cId="1045176740" sldId="532"/>
            <ac:spMk id="5" creationId="{FC42D6A3-1451-5E38-1405-0E75E15F29BF}"/>
          </ac:spMkLst>
        </pc:spChg>
        <pc:spChg chg="add mod">
          <ac:chgData name="LEO Jacopo Maria" userId="665b09db-13aa-43ca-b6b5-4bcff6034c2e" providerId="ADAL" clId="{57998582-5903-4B0E-A9B9-6D107323BEDE}" dt="2022-07-05T13:23:48.013" v="575" actId="790"/>
          <ac:spMkLst>
            <pc:docMk/>
            <pc:sldMk cId="1045176740" sldId="532"/>
            <ac:spMk id="13" creationId="{2E06C09E-596C-AD8B-F873-766CA3505AB3}"/>
          </ac:spMkLst>
        </pc:spChg>
        <pc:spChg chg="add mod">
          <ac:chgData name="LEO Jacopo Maria" userId="665b09db-13aa-43ca-b6b5-4bcff6034c2e" providerId="ADAL" clId="{57998582-5903-4B0E-A9B9-6D107323BEDE}" dt="2022-07-05T13:23:48.013" v="575" actId="790"/>
          <ac:spMkLst>
            <pc:docMk/>
            <pc:sldMk cId="1045176740" sldId="532"/>
            <ac:spMk id="18" creationId="{DFCCA0B9-9F8C-E5FD-46D8-0D2DBEA7AF7F}"/>
          </ac:spMkLst>
        </pc:spChg>
        <pc:spChg chg="add mod">
          <ac:chgData name="LEO Jacopo Maria" userId="665b09db-13aa-43ca-b6b5-4bcff6034c2e" providerId="ADAL" clId="{57998582-5903-4B0E-A9B9-6D107323BEDE}" dt="2022-07-05T13:36:52.694" v="578" actId="1076"/>
          <ac:spMkLst>
            <pc:docMk/>
            <pc:sldMk cId="1045176740" sldId="532"/>
            <ac:spMk id="22" creationId="{F8BBD936-C7BE-38CB-69ED-A049E3C4CDB2}"/>
          </ac:spMkLst>
        </pc:spChg>
        <pc:spChg chg="add mod">
          <ac:chgData name="LEO Jacopo Maria" userId="665b09db-13aa-43ca-b6b5-4bcff6034c2e" providerId="ADAL" clId="{57998582-5903-4B0E-A9B9-6D107323BEDE}" dt="2022-07-05T13:36:50.725" v="577" actId="1076"/>
          <ac:spMkLst>
            <pc:docMk/>
            <pc:sldMk cId="1045176740" sldId="532"/>
            <ac:spMk id="26" creationId="{2E672872-03C4-8B34-0B74-A2A202C39C27}"/>
          </ac:spMkLst>
        </pc:spChg>
        <pc:spChg chg="add mod">
          <ac:chgData name="LEO Jacopo Maria" userId="665b09db-13aa-43ca-b6b5-4bcff6034c2e" providerId="ADAL" clId="{57998582-5903-4B0E-A9B9-6D107323BEDE}" dt="2022-07-05T13:23:48.013" v="575" actId="790"/>
          <ac:spMkLst>
            <pc:docMk/>
            <pc:sldMk cId="1045176740" sldId="532"/>
            <ac:spMk id="30" creationId="{ABF4BEAF-4D2A-C8EF-D8A8-D72B3A90350D}"/>
          </ac:spMkLst>
        </pc:spChg>
        <pc:spChg chg="add mod">
          <ac:chgData name="LEO Jacopo Maria" userId="665b09db-13aa-43ca-b6b5-4bcff6034c2e" providerId="ADAL" clId="{57998582-5903-4B0E-A9B9-6D107323BEDE}" dt="2022-07-05T13:23:48.013" v="575" actId="790"/>
          <ac:spMkLst>
            <pc:docMk/>
            <pc:sldMk cId="1045176740" sldId="532"/>
            <ac:spMk id="35" creationId="{21958AD9-BC99-B388-0E28-B4BC73D6EF97}"/>
          </ac:spMkLst>
        </pc:spChg>
        <pc:spChg chg="add mod">
          <ac:chgData name="LEO Jacopo Maria" userId="665b09db-13aa-43ca-b6b5-4bcff6034c2e" providerId="ADAL" clId="{57998582-5903-4B0E-A9B9-6D107323BEDE}" dt="2022-07-07T10:13:21.354" v="685" actId="1076"/>
          <ac:spMkLst>
            <pc:docMk/>
            <pc:sldMk cId="1045176740" sldId="532"/>
            <ac:spMk id="39" creationId="{9FC79C3F-5479-F065-B985-0493C93094EA}"/>
          </ac:spMkLst>
        </pc:spChg>
        <pc:spChg chg="add mod">
          <ac:chgData name="LEO Jacopo Maria" userId="665b09db-13aa-43ca-b6b5-4bcff6034c2e" providerId="ADAL" clId="{57998582-5903-4B0E-A9B9-6D107323BEDE}" dt="2022-07-05T13:23:48.013" v="575" actId="790"/>
          <ac:spMkLst>
            <pc:docMk/>
            <pc:sldMk cId="1045176740" sldId="532"/>
            <ac:spMk id="40" creationId="{81A9DF49-ED85-3FF9-B1E9-43CF6D5A9433}"/>
          </ac:spMkLst>
        </pc:spChg>
        <pc:spChg chg="add mod">
          <ac:chgData name="LEO Jacopo Maria" userId="665b09db-13aa-43ca-b6b5-4bcff6034c2e" providerId="ADAL" clId="{57998582-5903-4B0E-A9B9-6D107323BEDE}" dt="2022-07-05T13:23:48.013" v="575" actId="790"/>
          <ac:spMkLst>
            <pc:docMk/>
            <pc:sldMk cId="1045176740" sldId="532"/>
            <ac:spMk id="42" creationId="{458CAAC5-0195-5A73-521D-CF2B2516B3DF}"/>
          </ac:spMkLst>
        </pc:spChg>
        <pc:spChg chg="add mod">
          <ac:chgData name="LEO Jacopo Maria" userId="665b09db-13aa-43ca-b6b5-4bcff6034c2e" providerId="ADAL" clId="{57998582-5903-4B0E-A9B9-6D107323BEDE}" dt="2022-07-05T13:23:48.013" v="575" actId="790"/>
          <ac:spMkLst>
            <pc:docMk/>
            <pc:sldMk cId="1045176740" sldId="532"/>
            <ac:spMk id="44" creationId="{865F1F57-FDF2-E297-C8C5-22CA1BCA8BF0}"/>
          </ac:spMkLst>
        </pc:spChg>
        <pc:spChg chg="add mod">
          <ac:chgData name="LEO Jacopo Maria" userId="665b09db-13aa-43ca-b6b5-4bcff6034c2e" providerId="ADAL" clId="{57998582-5903-4B0E-A9B9-6D107323BEDE}" dt="2022-07-07T10:13:26.170" v="689" actId="20577"/>
          <ac:spMkLst>
            <pc:docMk/>
            <pc:sldMk cId="1045176740" sldId="532"/>
            <ac:spMk id="45" creationId="{8695687B-ECEC-A743-612D-B023FDBF4AF7}"/>
          </ac:spMkLst>
        </pc:spChg>
        <pc:spChg chg="add mod">
          <ac:chgData name="LEO Jacopo Maria" userId="665b09db-13aa-43ca-b6b5-4bcff6034c2e" providerId="ADAL" clId="{57998582-5903-4B0E-A9B9-6D107323BEDE}" dt="2022-07-05T13:23:48.013" v="575" actId="790"/>
          <ac:spMkLst>
            <pc:docMk/>
            <pc:sldMk cId="1045176740" sldId="532"/>
            <ac:spMk id="47" creationId="{BDCBFEFB-008C-56D9-B567-D65EBC0E6269}"/>
          </ac:spMkLst>
        </pc:spChg>
        <pc:spChg chg="add mod">
          <ac:chgData name="LEO Jacopo Maria" userId="665b09db-13aa-43ca-b6b5-4bcff6034c2e" providerId="ADAL" clId="{57998582-5903-4B0E-A9B9-6D107323BEDE}" dt="2022-07-05T13:23:48.013" v="575" actId="790"/>
          <ac:spMkLst>
            <pc:docMk/>
            <pc:sldMk cId="1045176740" sldId="532"/>
            <ac:spMk id="55" creationId="{5F4BC515-00D5-3236-C4CC-1399B574F165}"/>
          </ac:spMkLst>
        </pc:spChg>
        <pc:grpChg chg="add del mod">
          <ac:chgData name="LEO Jacopo Maria" userId="665b09db-13aa-43ca-b6b5-4bcff6034c2e" providerId="ADAL" clId="{57998582-5903-4B0E-A9B9-6D107323BEDE}" dt="2022-07-05T13:18:36.070" v="434" actId="478"/>
          <ac:grpSpMkLst>
            <pc:docMk/>
            <pc:sldMk cId="1045176740" sldId="532"/>
            <ac:grpSpMk id="10" creationId="{103F40EC-2DCF-905E-6C51-4D51EA130C1A}"/>
          </ac:grpSpMkLst>
        </pc:grpChg>
        <pc:grpChg chg="add mod">
          <ac:chgData name="LEO Jacopo Maria" userId="665b09db-13aa-43ca-b6b5-4bcff6034c2e" providerId="ADAL" clId="{57998582-5903-4B0E-A9B9-6D107323BEDE}" dt="2022-07-05T13:19:02.153" v="445" actId="1076"/>
          <ac:grpSpMkLst>
            <pc:docMk/>
            <pc:sldMk cId="1045176740" sldId="532"/>
            <ac:grpSpMk id="15" creationId="{291F495A-33CE-9449-F28D-59603B94B8A0}"/>
          </ac:grpSpMkLst>
        </pc:grpChg>
        <pc:grpChg chg="add mod">
          <ac:chgData name="LEO Jacopo Maria" userId="665b09db-13aa-43ca-b6b5-4bcff6034c2e" providerId="ADAL" clId="{57998582-5903-4B0E-A9B9-6D107323BEDE}" dt="2022-07-05T13:19:23.004" v="452" actId="1076"/>
          <ac:grpSpMkLst>
            <pc:docMk/>
            <pc:sldMk cId="1045176740" sldId="532"/>
            <ac:grpSpMk id="19" creationId="{F7C9824E-1C5A-E064-28A8-C0C92DE133D2}"/>
          </ac:grpSpMkLst>
        </pc:grpChg>
        <pc:grpChg chg="add mod">
          <ac:chgData name="LEO Jacopo Maria" userId="665b09db-13aa-43ca-b6b5-4bcff6034c2e" providerId="ADAL" clId="{57998582-5903-4B0E-A9B9-6D107323BEDE}" dt="2022-07-05T13:19:32.508" v="458" actId="1076"/>
          <ac:grpSpMkLst>
            <pc:docMk/>
            <pc:sldMk cId="1045176740" sldId="532"/>
            <ac:grpSpMk id="23" creationId="{D67BA1BB-3B25-1227-FD06-10985ED24F08}"/>
          </ac:grpSpMkLst>
        </pc:grpChg>
        <pc:grpChg chg="add mod">
          <ac:chgData name="LEO Jacopo Maria" userId="665b09db-13aa-43ca-b6b5-4bcff6034c2e" providerId="ADAL" clId="{57998582-5903-4B0E-A9B9-6D107323BEDE}" dt="2022-07-05T13:19:55.693" v="469" actId="1076"/>
          <ac:grpSpMkLst>
            <pc:docMk/>
            <pc:sldMk cId="1045176740" sldId="532"/>
            <ac:grpSpMk id="27" creationId="{C352C7FD-17A4-6B90-B53C-2D886A53FD51}"/>
          </ac:grpSpMkLst>
        </pc:grpChg>
        <pc:grpChg chg="add mod">
          <ac:chgData name="LEO Jacopo Maria" userId="665b09db-13aa-43ca-b6b5-4bcff6034c2e" providerId="ADAL" clId="{57998582-5903-4B0E-A9B9-6D107323BEDE}" dt="2022-07-05T13:20:28.162" v="476" actId="1076"/>
          <ac:grpSpMkLst>
            <pc:docMk/>
            <pc:sldMk cId="1045176740" sldId="532"/>
            <ac:grpSpMk id="31" creationId="{622E2D4A-75E7-5519-2DAA-D7FC31C38AB8}"/>
          </ac:grpSpMkLst>
        </pc:grpChg>
        <pc:picChg chg="add del mod">
          <ac:chgData name="LEO Jacopo Maria" userId="665b09db-13aa-43ca-b6b5-4bcff6034c2e" providerId="ADAL" clId="{57998582-5903-4B0E-A9B9-6D107323BEDE}" dt="2022-07-05T13:17:57.621" v="421" actId="478"/>
          <ac:picMkLst>
            <pc:docMk/>
            <pc:sldMk cId="1045176740" sldId="532"/>
            <ac:picMk id="7" creationId="{51D4B214-B88B-F15A-81DE-0757C95E2A9F}"/>
          </ac:picMkLst>
        </pc:picChg>
        <pc:picChg chg="add mod ord">
          <ac:chgData name="LEO Jacopo Maria" userId="665b09db-13aa-43ca-b6b5-4bcff6034c2e" providerId="ADAL" clId="{57998582-5903-4B0E-A9B9-6D107323BEDE}" dt="2022-07-05T13:37:39.133" v="584" actId="167"/>
          <ac:picMkLst>
            <pc:docMk/>
            <pc:sldMk cId="1045176740" sldId="532"/>
            <ac:picMk id="9" creationId="{6B309455-C110-3E9F-9FE9-3292599A3FB2}"/>
          </ac:picMkLst>
        </pc:picChg>
        <pc:cxnChg chg="mod">
          <ac:chgData name="LEO Jacopo Maria" userId="665b09db-13aa-43ca-b6b5-4bcff6034c2e" providerId="ADAL" clId="{57998582-5903-4B0E-A9B9-6D107323BEDE}" dt="2022-07-05T13:18:20.463" v="428" actId="1076"/>
          <ac:cxnSpMkLst>
            <pc:docMk/>
            <pc:sldMk cId="1045176740" sldId="532"/>
            <ac:cxnSpMk id="11" creationId="{B5307E38-0091-5360-9C23-E62DE3B6E2D4}"/>
          </ac:cxnSpMkLst>
        </pc:cxnChg>
        <pc:cxnChg chg="mod">
          <ac:chgData name="LEO Jacopo Maria" userId="665b09db-13aa-43ca-b6b5-4bcff6034c2e" providerId="ADAL" clId="{57998582-5903-4B0E-A9B9-6D107323BEDE}" dt="2022-07-05T13:18:30.909" v="432" actId="14100"/>
          <ac:cxnSpMkLst>
            <pc:docMk/>
            <pc:sldMk cId="1045176740" sldId="532"/>
            <ac:cxnSpMk id="12" creationId="{89958E9E-BA6F-BE1E-9144-E86B65249932}"/>
          </ac:cxnSpMkLst>
        </pc:cxnChg>
        <pc:cxnChg chg="mod">
          <ac:chgData name="LEO Jacopo Maria" userId="665b09db-13aa-43ca-b6b5-4bcff6034c2e" providerId="ADAL" clId="{57998582-5903-4B0E-A9B9-6D107323BEDE}" dt="2022-07-05T13:19:04.656" v="446" actId="1076"/>
          <ac:cxnSpMkLst>
            <pc:docMk/>
            <pc:sldMk cId="1045176740" sldId="532"/>
            <ac:cxnSpMk id="16" creationId="{8348ACDD-2CEF-12EB-1C73-3D5AFAF26E1A}"/>
          </ac:cxnSpMkLst>
        </pc:cxnChg>
        <pc:cxnChg chg="mod">
          <ac:chgData name="LEO Jacopo Maria" userId="665b09db-13aa-43ca-b6b5-4bcff6034c2e" providerId="ADAL" clId="{57998582-5903-4B0E-A9B9-6D107323BEDE}" dt="2022-07-05T13:19:06.488" v="447" actId="1076"/>
          <ac:cxnSpMkLst>
            <pc:docMk/>
            <pc:sldMk cId="1045176740" sldId="532"/>
            <ac:cxnSpMk id="17" creationId="{2C0E6BC9-E1A1-DBC0-5654-CAD25E700965}"/>
          </ac:cxnSpMkLst>
        </pc:cxnChg>
        <pc:cxnChg chg="mod">
          <ac:chgData name="LEO Jacopo Maria" userId="665b09db-13aa-43ca-b6b5-4bcff6034c2e" providerId="ADAL" clId="{57998582-5903-4B0E-A9B9-6D107323BEDE}" dt="2022-07-05T13:19:11.147" v="449"/>
          <ac:cxnSpMkLst>
            <pc:docMk/>
            <pc:sldMk cId="1045176740" sldId="532"/>
            <ac:cxnSpMk id="20" creationId="{B26C1DCE-C5AC-D48C-9B85-CAAA3673A265}"/>
          </ac:cxnSpMkLst>
        </pc:cxnChg>
        <pc:cxnChg chg="mod">
          <ac:chgData name="LEO Jacopo Maria" userId="665b09db-13aa-43ca-b6b5-4bcff6034c2e" providerId="ADAL" clId="{57998582-5903-4B0E-A9B9-6D107323BEDE}" dt="2022-07-05T13:19:19.117" v="451" actId="1076"/>
          <ac:cxnSpMkLst>
            <pc:docMk/>
            <pc:sldMk cId="1045176740" sldId="532"/>
            <ac:cxnSpMk id="21" creationId="{DBF1071C-F60A-5F01-DE68-1E462DF855E0}"/>
          </ac:cxnSpMkLst>
        </pc:cxnChg>
        <pc:cxnChg chg="mod">
          <ac:chgData name="LEO Jacopo Maria" userId="665b09db-13aa-43ca-b6b5-4bcff6034c2e" providerId="ADAL" clId="{57998582-5903-4B0E-A9B9-6D107323BEDE}" dt="2022-07-05T13:19:40.284" v="462" actId="1076"/>
          <ac:cxnSpMkLst>
            <pc:docMk/>
            <pc:sldMk cId="1045176740" sldId="532"/>
            <ac:cxnSpMk id="24" creationId="{3EF1F8EE-BE4B-A296-CCF0-263C3B5CA2A4}"/>
          </ac:cxnSpMkLst>
        </pc:cxnChg>
        <pc:cxnChg chg="mod">
          <ac:chgData name="LEO Jacopo Maria" userId="665b09db-13aa-43ca-b6b5-4bcff6034c2e" providerId="ADAL" clId="{57998582-5903-4B0E-A9B9-6D107323BEDE}" dt="2022-07-05T13:19:42.871" v="463" actId="1076"/>
          <ac:cxnSpMkLst>
            <pc:docMk/>
            <pc:sldMk cId="1045176740" sldId="532"/>
            <ac:cxnSpMk id="25" creationId="{B2949D8E-8454-900C-718D-47AE59DEF946}"/>
          </ac:cxnSpMkLst>
        </pc:cxnChg>
        <pc:cxnChg chg="mod">
          <ac:chgData name="LEO Jacopo Maria" userId="665b09db-13aa-43ca-b6b5-4bcff6034c2e" providerId="ADAL" clId="{57998582-5903-4B0E-A9B9-6D107323BEDE}" dt="2022-07-05T13:19:50.040" v="467"/>
          <ac:cxnSpMkLst>
            <pc:docMk/>
            <pc:sldMk cId="1045176740" sldId="532"/>
            <ac:cxnSpMk id="28" creationId="{778F9773-DD74-85C9-FFA9-E87AFB9E425D}"/>
          </ac:cxnSpMkLst>
        </pc:cxnChg>
        <pc:cxnChg chg="mod">
          <ac:chgData name="LEO Jacopo Maria" userId="665b09db-13aa-43ca-b6b5-4bcff6034c2e" providerId="ADAL" clId="{57998582-5903-4B0E-A9B9-6D107323BEDE}" dt="2022-07-05T13:20:02.530" v="470" actId="1076"/>
          <ac:cxnSpMkLst>
            <pc:docMk/>
            <pc:sldMk cId="1045176740" sldId="532"/>
            <ac:cxnSpMk id="29" creationId="{28BB9740-EF68-911A-5D03-847D053A5F83}"/>
          </ac:cxnSpMkLst>
        </pc:cxnChg>
        <pc:cxnChg chg="mod">
          <ac:chgData name="LEO Jacopo Maria" userId="665b09db-13aa-43ca-b6b5-4bcff6034c2e" providerId="ADAL" clId="{57998582-5903-4B0E-A9B9-6D107323BEDE}" dt="2022-07-05T13:20:24.793" v="475"/>
          <ac:cxnSpMkLst>
            <pc:docMk/>
            <pc:sldMk cId="1045176740" sldId="532"/>
            <ac:cxnSpMk id="32" creationId="{0B18F945-4E27-BCF9-06D3-BFE322796FDB}"/>
          </ac:cxnSpMkLst>
        </pc:cxnChg>
        <pc:cxnChg chg="mod">
          <ac:chgData name="LEO Jacopo Maria" userId="665b09db-13aa-43ca-b6b5-4bcff6034c2e" providerId="ADAL" clId="{57998582-5903-4B0E-A9B9-6D107323BEDE}" dt="2022-07-05T13:20:32.245" v="477" actId="1076"/>
          <ac:cxnSpMkLst>
            <pc:docMk/>
            <pc:sldMk cId="1045176740" sldId="532"/>
            <ac:cxnSpMk id="33" creationId="{E4EEB949-CA34-3338-65C1-1F59A2940C4A}"/>
          </ac:cxnSpMkLst>
        </pc:cxnChg>
        <pc:cxnChg chg="add mod">
          <ac:chgData name="LEO Jacopo Maria" userId="665b09db-13aa-43ca-b6b5-4bcff6034c2e" providerId="ADAL" clId="{57998582-5903-4B0E-A9B9-6D107323BEDE}" dt="2022-07-05T13:21:08.373" v="505" actId="14100"/>
          <ac:cxnSpMkLst>
            <pc:docMk/>
            <pc:sldMk cId="1045176740" sldId="532"/>
            <ac:cxnSpMk id="34" creationId="{8E52DFB5-6E4D-28AD-A5BA-531BB9A61240}"/>
          </ac:cxnSpMkLst>
        </pc:cxnChg>
        <pc:cxnChg chg="add mod">
          <ac:chgData name="LEO Jacopo Maria" userId="665b09db-13aa-43ca-b6b5-4bcff6034c2e" providerId="ADAL" clId="{57998582-5903-4B0E-A9B9-6D107323BEDE}" dt="2022-07-05T13:21:30.227" v="513" actId="14100"/>
          <ac:cxnSpMkLst>
            <pc:docMk/>
            <pc:sldMk cId="1045176740" sldId="532"/>
            <ac:cxnSpMk id="38" creationId="{E44AD796-BDCF-9989-0D32-738FCC27370B}"/>
          </ac:cxnSpMkLst>
        </pc:cxnChg>
        <pc:cxnChg chg="add mod">
          <ac:chgData name="LEO Jacopo Maria" userId="665b09db-13aa-43ca-b6b5-4bcff6034c2e" providerId="ADAL" clId="{57998582-5903-4B0E-A9B9-6D107323BEDE}" dt="2022-07-05T13:22:57.520" v="553" actId="1076"/>
          <ac:cxnSpMkLst>
            <pc:docMk/>
            <pc:sldMk cId="1045176740" sldId="532"/>
            <ac:cxnSpMk id="41" creationId="{B12762FF-CFCB-A35E-75CE-88C1D526FEB4}"/>
          </ac:cxnSpMkLst>
        </pc:cxnChg>
        <pc:cxnChg chg="add mod">
          <ac:chgData name="LEO Jacopo Maria" userId="665b09db-13aa-43ca-b6b5-4bcff6034c2e" providerId="ADAL" clId="{57998582-5903-4B0E-A9B9-6D107323BEDE}" dt="2022-07-05T13:22:01.717" v="528" actId="1076"/>
          <ac:cxnSpMkLst>
            <pc:docMk/>
            <pc:sldMk cId="1045176740" sldId="532"/>
            <ac:cxnSpMk id="43" creationId="{748AD8A4-B217-1CAE-25B3-3BA1D96D6DD5}"/>
          </ac:cxnSpMkLst>
        </pc:cxnChg>
        <pc:cxnChg chg="add mod">
          <ac:chgData name="LEO Jacopo Maria" userId="665b09db-13aa-43ca-b6b5-4bcff6034c2e" providerId="ADAL" clId="{57998582-5903-4B0E-A9B9-6D107323BEDE}" dt="2022-07-05T13:22:28.567" v="542" actId="14100"/>
          <ac:cxnSpMkLst>
            <pc:docMk/>
            <pc:sldMk cId="1045176740" sldId="532"/>
            <ac:cxnSpMk id="46" creationId="{ECFF539F-2F55-819D-6D32-F047EBAE8DD5}"/>
          </ac:cxnSpMkLst>
        </pc:cxnChg>
        <pc:cxnChg chg="add mod">
          <ac:chgData name="LEO Jacopo Maria" userId="665b09db-13aa-43ca-b6b5-4bcff6034c2e" providerId="ADAL" clId="{57998582-5903-4B0E-A9B9-6D107323BEDE}" dt="2022-07-05T13:23:14.717" v="562" actId="1076"/>
          <ac:cxnSpMkLst>
            <pc:docMk/>
            <pc:sldMk cId="1045176740" sldId="532"/>
            <ac:cxnSpMk id="49" creationId="{3372371E-2286-77FA-297F-6E4FA00C0853}"/>
          </ac:cxnSpMkLst>
        </pc:cxnChg>
        <pc:cxnChg chg="add del mod">
          <ac:chgData name="LEO Jacopo Maria" userId="665b09db-13aa-43ca-b6b5-4bcff6034c2e" providerId="ADAL" clId="{57998582-5903-4B0E-A9B9-6D107323BEDE}" dt="2022-07-05T13:23:19.456" v="565"/>
          <ac:cxnSpMkLst>
            <pc:docMk/>
            <pc:sldMk cId="1045176740" sldId="532"/>
            <ac:cxnSpMk id="54" creationId="{0C9E9F6F-16DD-8C4B-6F12-0ABA0B7DB095}"/>
          </ac:cxnSpMkLst>
        </pc:cxnChg>
        <pc:cxnChg chg="add mod ord">
          <ac:chgData name="LEO Jacopo Maria" userId="665b09db-13aa-43ca-b6b5-4bcff6034c2e" providerId="ADAL" clId="{57998582-5903-4B0E-A9B9-6D107323BEDE}" dt="2022-07-05T13:37:37.157" v="583" actId="167"/>
          <ac:cxnSpMkLst>
            <pc:docMk/>
            <pc:sldMk cId="1045176740" sldId="532"/>
            <ac:cxnSpMk id="56" creationId="{B343AFE4-8020-961F-BA7C-D5A7C52616EB}"/>
          </ac:cxnSpMkLst>
        </pc:cxnChg>
      </pc:sldChg>
      <pc:sldChg chg="addSp delSp modSp new mod">
        <pc:chgData name="LEO Jacopo Maria" userId="665b09db-13aa-43ca-b6b5-4bcff6034c2e" providerId="ADAL" clId="{57998582-5903-4B0E-A9B9-6D107323BEDE}" dt="2022-07-08T08:02:57.401" v="1242" actId="14100"/>
        <pc:sldMkLst>
          <pc:docMk/>
          <pc:sldMk cId="482086149" sldId="533"/>
        </pc:sldMkLst>
        <pc:spChg chg="del">
          <ac:chgData name="LEO Jacopo Maria" userId="665b09db-13aa-43ca-b6b5-4bcff6034c2e" providerId="ADAL" clId="{57998582-5903-4B0E-A9B9-6D107323BEDE}" dt="2022-07-07T11:01:21.615" v="771" actId="478"/>
          <ac:spMkLst>
            <pc:docMk/>
            <pc:sldMk cId="482086149" sldId="533"/>
            <ac:spMk id="2" creationId="{A7B0A7AA-C2B4-AF0A-9ABD-FC423A99B9AD}"/>
          </ac:spMkLst>
        </pc:spChg>
        <pc:spChg chg="del">
          <ac:chgData name="LEO Jacopo Maria" userId="665b09db-13aa-43ca-b6b5-4bcff6034c2e" providerId="ADAL" clId="{57998582-5903-4B0E-A9B9-6D107323BEDE}" dt="2022-07-07T11:01:22.379" v="772" actId="478"/>
          <ac:spMkLst>
            <pc:docMk/>
            <pc:sldMk cId="482086149" sldId="533"/>
            <ac:spMk id="3" creationId="{AC33767B-09E0-2B69-F38E-5A09DFEEB14E}"/>
          </ac:spMkLst>
        </pc:spChg>
        <pc:spChg chg="mod">
          <ac:chgData name="LEO Jacopo Maria" userId="665b09db-13aa-43ca-b6b5-4bcff6034c2e" providerId="ADAL" clId="{57998582-5903-4B0E-A9B9-6D107323BEDE}" dt="2022-07-07T11:01:19.562" v="770" actId="20577"/>
          <ac:spMkLst>
            <pc:docMk/>
            <pc:sldMk cId="482086149" sldId="533"/>
            <ac:spMk id="4" creationId="{FD10478E-ACDB-3EF8-8945-F0BB4AA49E9D}"/>
          </ac:spMkLst>
        </pc:spChg>
        <pc:spChg chg="add mod">
          <ac:chgData name="LEO Jacopo Maria" userId="665b09db-13aa-43ca-b6b5-4bcff6034c2e" providerId="ADAL" clId="{57998582-5903-4B0E-A9B9-6D107323BEDE}" dt="2022-07-07T11:09:45.333" v="796" actId="20577"/>
          <ac:spMkLst>
            <pc:docMk/>
            <pc:sldMk cId="482086149" sldId="533"/>
            <ac:spMk id="8" creationId="{4CE3514C-DEC2-A6F4-D75E-4CE39AC5A118}"/>
          </ac:spMkLst>
        </pc:spChg>
        <pc:spChg chg="add del">
          <ac:chgData name="LEO Jacopo Maria" userId="665b09db-13aa-43ca-b6b5-4bcff6034c2e" providerId="ADAL" clId="{57998582-5903-4B0E-A9B9-6D107323BEDE}" dt="2022-07-07T11:09:11.488" v="785"/>
          <ac:spMkLst>
            <pc:docMk/>
            <pc:sldMk cId="482086149" sldId="533"/>
            <ac:spMk id="11" creationId="{D000BFB5-F991-671F-D78A-27D4E06F9183}"/>
          </ac:spMkLst>
        </pc:spChg>
        <pc:spChg chg="add mod">
          <ac:chgData name="LEO Jacopo Maria" userId="665b09db-13aa-43ca-b6b5-4bcff6034c2e" providerId="ADAL" clId="{57998582-5903-4B0E-A9B9-6D107323BEDE}" dt="2022-07-07T11:09:42.472" v="794" actId="1076"/>
          <ac:spMkLst>
            <pc:docMk/>
            <pc:sldMk cId="482086149" sldId="533"/>
            <ac:spMk id="15" creationId="{6C2AEF64-FCB2-358C-E693-A18F30F59B60}"/>
          </ac:spMkLst>
        </pc:spChg>
        <pc:spChg chg="add mod">
          <ac:chgData name="LEO Jacopo Maria" userId="665b09db-13aa-43ca-b6b5-4bcff6034c2e" providerId="ADAL" clId="{57998582-5903-4B0E-A9B9-6D107323BEDE}" dt="2022-07-07T11:10:20.265" v="821" actId="1076"/>
          <ac:spMkLst>
            <pc:docMk/>
            <pc:sldMk cId="482086149" sldId="533"/>
            <ac:spMk id="16" creationId="{8E3156B6-CA83-7142-9F82-B62C76B396D9}"/>
          </ac:spMkLst>
        </pc:spChg>
        <pc:spChg chg="add mod">
          <ac:chgData name="LEO Jacopo Maria" userId="665b09db-13aa-43ca-b6b5-4bcff6034c2e" providerId="ADAL" clId="{57998582-5903-4B0E-A9B9-6D107323BEDE}" dt="2022-07-07T11:10:25.459" v="824" actId="1076"/>
          <ac:spMkLst>
            <pc:docMk/>
            <pc:sldMk cId="482086149" sldId="533"/>
            <ac:spMk id="17" creationId="{8558AD1B-C6B1-08FF-993D-E73D6427A7E2}"/>
          </ac:spMkLst>
        </pc:spChg>
        <pc:spChg chg="add mod">
          <ac:chgData name="LEO Jacopo Maria" userId="665b09db-13aa-43ca-b6b5-4bcff6034c2e" providerId="ADAL" clId="{57998582-5903-4B0E-A9B9-6D107323BEDE}" dt="2022-07-07T11:13:28.998" v="954" actId="20577"/>
          <ac:spMkLst>
            <pc:docMk/>
            <pc:sldMk cId="482086149" sldId="533"/>
            <ac:spMk id="26" creationId="{379450D9-AD38-3B9B-78DC-5ABA0C95E193}"/>
          </ac:spMkLst>
        </pc:spChg>
        <pc:spChg chg="add mod">
          <ac:chgData name="LEO Jacopo Maria" userId="665b09db-13aa-43ca-b6b5-4bcff6034c2e" providerId="ADAL" clId="{57998582-5903-4B0E-A9B9-6D107323BEDE}" dt="2022-07-07T11:13:20.499" v="949" actId="1076"/>
          <ac:spMkLst>
            <pc:docMk/>
            <pc:sldMk cId="482086149" sldId="533"/>
            <ac:spMk id="27" creationId="{2E1CA03D-A290-384D-CBF4-4EC60D9C2100}"/>
          </ac:spMkLst>
        </pc:spChg>
        <pc:spChg chg="add mod">
          <ac:chgData name="LEO Jacopo Maria" userId="665b09db-13aa-43ca-b6b5-4bcff6034c2e" providerId="ADAL" clId="{57998582-5903-4B0E-A9B9-6D107323BEDE}" dt="2022-07-07T11:13:03.800" v="935"/>
          <ac:spMkLst>
            <pc:docMk/>
            <pc:sldMk cId="482086149" sldId="533"/>
            <ac:spMk id="34" creationId="{10D74158-5844-2159-F753-615BCD6EBDDA}"/>
          </ac:spMkLst>
        </pc:spChg>
        <pc:grpChg chg="add mod">
          <ac:chgData name="LEO Jacopo Maria" userId="665b09db-13aa-43ca-b6b5-4bcff6034c2e" providerId="ADAL" clId="{57998582-5903-4B0E-A9B9-6D107323BEDE}" dt="2022-07-07T11:12:39.562" v="915" actId="1076"/>
          <ac:grpSpMkLst>
            <pc:docMk/>
            <pc:sldMk cId="482086149" sldId="533"/>
            <ac:grpSpMk id="28" creationId="{41A1695C-19CA-3BAD-7239-416C6AE33F78}"/>
          </ac:grpSpMkLst>
        </pc:grpChg>
        <pc:picChg chg="add mod">
          <ac:chgData name="LEO Jacopo Maria" userId="665b09db-13aa-43ca-b6b5-4bcff6034c2e" providerId="ADAL" clId="{57998582-5903-4B0E-A9B9-6D107323BEDE}" dt="2022-07-07T11:13:13.261" v="946" actId="1076"/>
          <ac:picMkLst>
            <pc:docMk/>
            <pc:sldMk cId="482086149" sldId="533"/>
            <ac:picMk id="6" creationId="{495709E3-93CD-F10E-6FAF-29CE2ADABC93}"/>
          </ac:picMkLst>
        </pc:picChg>
        <pc:cxnChg chg="add mod">
          <ac:chgData name="LEO Jacopo Maria" userId="665b09db-13aa-43ca-b6b5-4bcff6034c2e" providerId="ADAL" clId="{57998582-5903-4B0E-A9B9-6D107323BEDE}" dt="2022-07-08T08:02:52.614" v="1240" actId="14100"/>
          <ac:cxnSpMkLst>
            <pc:docMk/>
            <pc:sldMk cId="482086149" sldId="533"/>
            <ac:cxnSpMk id="7" creationId="{175F108F-D9ED-5902-5DFA-A247DEDAC78D}"/>
          </ac:cxnSpMkLst>
        </pc:cxnChg>
        <pc:cxnChg chg="add mod">
          <ac:chgData name="LEO Jacopo Maria" userId="665b09db-13aa-43ca-b6b5-4bcff6034c2e" providerId="ADAL" clId="{57998582-5903-4B0E-A9B9-6D107323BEDE}" dt="2022-07-08T08:02:57.401" v="1242" actId="14100"/>
          <ac:cxnSpMkLst>
            <pc:docMk/>
            <pc:sldMk cId="482086149" sldId="533"/>
            <ac:cxnSpMk id="12" creationId="{E9F6077B-7B8A-84D0-91AB-D36344FE78A8}"/>
          </ac:cxnSpMkLst>
        </pc:cxnChg>
        <pc:cxnChg chg="add mod">
          <ac:chgData name="LEO Jacopo Maria" userId="665b09db-13aa-43ca-b6b5-4bcff6034c2e" providerId="ADAL" clId="{57998582-5903-4B0E-A9B9-6D107323BEDE}" dt="2022-07-07T11:10:21.801" v="822" actId="14100"/>
          <ac:cxnSpMkLst>
            <pc:docMk/>
            <pc:sldMk cId="482086149" sldId="533"/>
            <ac:cxnSpMk id="18" creationId="{013C0D11-D4E5-B3C7-3A76-B9D4A50EBDAC}"/>
          </ac:cxnSpMkLst>
        </pc:cxnChg>
        <pc:cxnChg chg="add del mod">
          <ac:chgData name="LEO Jacopo Maria" userId="665b09db-13aa-43ca-b6b5-4bcff6034c2e" providerId="ADAL" clId="{57998582-5903-4B0E-A9B9-6D107323BEDE}" dt="2022-07-07T11:10:32.703" v="828" actId="478"/>
          <ac:cxnSpMkLst>
            <pc:docMk/>
            <pc:sldMk cId="482086149" sldId="533"/>
            <ac:cxnSpMk id="22" creationId="{AC1A3EBA-9D15-2B61-7A63-A479D8D815C5}"/>
          </ac:cxnSpMkLst>
        </pc:cxnChg>
        <pc:cxnChg chg="add mod">
          <ac:chgData name="LEO Jacopo Maria" userId="665b09db-13aa-43ca-b6b5-4bcff6034c2e" providerId="ADAL" clId="{57998582-5903-4B0E-A9B9-6D107323BEDE}" dt="2022-07-07T11:10:31.412" v="827" actId="14100"/>
          <ac:cxnSpMkLst>
            <pc:docMk/>
            <pc:sldMk cId="482086149" sldId="533"/>
            <ac:cxnSpMk id="23" creationId="{CFA4155F-8CF6-BE54-DACC-14CADB20C600}"/>
          </ac:cxnSpMkLst>
        </pc:cxnChg>
        <pc:cxnChg chg="mod">
          <ac:chgData name="LEO Jacopo Maria" userId="665b09db-13aa-43ca-b6b5-4bcff6034c2e" providerId="ADAL" clId="{57998582-5903-4B0E-A9B9-6D107323BEDE}" dt="2022-07-07T11:12:48.672" v="919" actId="1076"/>
          <ac:cxnSpMkLst>
            <pc:docMk/>
            <pc:sldMk cId="482086149" sldId="533"/>
            <ac:cxnSpMk id="29" creationId="{99BC3797-D0E1-2D9C-794C-AE9E2D8391DA}"/>
          </ac:cxnSpMkLst>
        </pc:cxnChg>
        <pc:cxnChg chg="mod">
          <ac:chgData name="LEO Jacopo Maria" userId="665b09db-13aa-43ca-b6b5-4bcff6034c2e" providerId="ADAL" clId="{57998582-5903-4B0E-A9B9-6D107323BEDE}" dt="2022-07-07T11:12:50.836" v="920" actId="1076"/>
          <ac:cxnSpMkLst>
            <pc:docMk/>
            <pc:sldMk cId="482086149" sldId="533"/>
            <ac:cxnSpMk id="30" creationId="{F0B13566-051A-DC41-5858-F4869808B1CE}"/>
          </ac:cxnSpMkLst>
        </pc:cxnChg>
        <pc:cxnChg chg="add mod">
          <ac:chgData name="LEO Jacopo Maria" userId="665b09db-13aa-43ca-b6b5-4bcff6034c2e" providerId="ADAL" clId="{57998582-5903-4B0E-A9B9-6D107323BEDE}" dt="2022-07-07T11:13:19.030" v="948" actId="14100"/>
          <ac:cxnSpMkLst>
            <pc:docMk/>
            <pc:sldMk cId="482086149" sldId="533"/>
            <ac:cxnSpMk id="35" creationId="{F8300A50-7D3E-C50B-7A3A-F82391FD28AD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246932"/>
            <a:ext cx="2679973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9E9C0-0B42-4280-966A-DC185D8783E2}" type="datetimeFigureOut">
              <a:rPr lang="en-US" smtClean="0"/>
              <a:t>7/8/2022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51104" y="9445170"/>
            <a:ext cx="2877312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Copyright 2019 CSEM – www.csem.ch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5171"/>
            <a:ext cx="2679973" cy="4989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D55D4-BF56-4D82-8755-CDC0B15D42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187271" y="6381546"/>
            <a:ext cx="3826637" cy="230832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/>
            <a:r>
              <a:rPr lang="en-US" noProof="0" dirty="0">
                <a:latin typeface="+mn-lt"/>
              </a:rPr>
              <a:t>Copyright 2018 CSEM   |  Author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04" y="246932"/>
            <a:ext cx="1286872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24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BD45E-C776-4A59-9C45-01C399D0BF2F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F07A4-C066-4727-B8EA-86300723F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13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23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46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69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92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115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337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560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783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F07A4-C066-4727-B8EA-86300723FF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2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Contact</a:t>
            </a:r>
            <a:r>
              <a:rPr lang="fr-CH" baseline="0"/>
              <a:t> slide</a:t>
            </a:r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F07A4-C066-4727-B8EA-86300723FF6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00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user/CSEMtechnologies" TargetMode="External"/><Relationship Id="rId3" Type="http://schemas.openxmlformats.org/officeDocument/2006/relationships/image" Target="../media/image2.jpeg"/><Relationship Id="rId7" Type="http://schemas.openxmlformats.org/officeDocument/2006/relationships/image" Target="../media/image4.jpeg"/><Relationship Id="rId2" Type="http://schemas.openxmlformats.org/officeDocument/2006/relationships/hyperlink" Target="https://www.facebook.com/CSEMSA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twitter.com/cseminfo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s://www.linkedin.com/company/csem/" TargetMode="External"/><Relationship Id="rId9" Type="http://schemas.openxmlformats.org/officeDocument/2006/relationships/image" Target="../media/image5.jpe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#1 &gt; Main Titl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720000" y="2952000"/>
            <a:ext cx="3921979" cy="503590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780000"/>
            <a:ext cx="3945005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 lang="en-US" sz="2000" b="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author</a:t>
            </a:r>
          </a:p>
        </p:txBody>
      </p:sp>
    </p:spTree>
    <p:extLst>
      <p:ext uri="{BB962C8B-B14F-4D97-AF65-F5344CB8AC3E}">
        <p14:creationId xmlns:p14="http://schemas.microsoft.com/office/powerpoint/2010/main" val="3338044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#1 &gt; Main Titl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E8C886-60EB-45DA-A2AF-B20177D8FF0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36444" y="-1"/>
            <a:ext cx="9957144" cy="6685180"/>
          </a:xfrm>
          <a:custGeom>
            <a:avLst/>
            <a:gdLst>
              <a:gd name="connsiteX0" fmla="*/ 0 w 19914288"/>
              <a:gd name="connsiteY0" fmla="*/ 0 h 13370360"/>
              <a:gd name="connsiteX1" fmla="*/ 19914288 w 19914288"/>
              <a:gd name="connsiteY1" fmla="*/ 0 h 13370360"/>
              <a:gd name="connsiteX2" fmla="*/ 19914288 w 19914288"/>
              <a:gd name="connsiteY2" fmla="*/ 5371140 h 13370360"/>
              <a:gd name="connsiteX3" fmla="*/ 18761754 w 19914288"/>
              <a:gd name="connsiteY3" fmla="*/ 9485284 h 13370360"/>
              <a:gd name="connsiteX4" fmla="*/ 10984648 w 19914288"/>
              <a:gd name="connsiteY4" fmla="*/ 11538687 h 13370360"/>
              <a:gd name="connsiteX5" fmla="*/ 1429499 w 19914288"/>
              <a:gd name="connsiteY5" fmla="*/ 1983538 h 13370360"/>
              <a:gd name="connsiteX6" fmla="*/ 110310 w 19914288"/>
              <a:gd name="connsiteY6" fmla="*/ 230761 h 1337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14288" h="13370360">
                <a:moveTo>
                  <a:pt x="0" y="0"/>
                </a:moveTo>
                <a:lnTo>
                  <a:pt x="19914288" y="0"/>
                </a:lnTo>
                <a:lnTo>
                  <a:pt x="19914288" y="5371140"/>
                </a:lnTo>
                <a:lnTo>
                  <a:pt x="18761754" y="9485284"/>
                </a:lnTo>
                <a:cubicBezTo>
                  <a:pt x="17570608" y="13710310"/>
                  <a:pt x="14081078" y="14635118"/>
                  <a:pt x="10984648" y="11538687"/>
                </a:cubicBezTo>
                <a:cubicBezTo>
                  <a:pt x="1429499" y="1983538"/>
                  <a:pt x="1429499" y="1983538"/>
                  <a:pt x="1429499" y="1983538"/>
                </a:cubicBezTo>
                <a:cubicBezTo>
                  <a:pt x="848918" y="1402957"/>
                  <a:pt x="410807" y="812956"/>
                  <a:pt x="110310" y="230761"/>
                </a:cubicBez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</a:t>
            </a:r>
          </a:p>
          <a:p>
            <a:pPr marL="0" lvl="0" indent="0" algn="ctr">
              <a:buNone/>
            </a:pPr>
            <a:r>
              <a:rPr lang="en-US" dirty="0"/>
              <a:t>Drag and Drop</a:t>
            </a:r>
          </a:p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720000" y="2952000"/>
            <a:ext cx="3921979" cy="503590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780000"/>
            <a:ext cx="3945005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 lang="en-US" sz="2000" b="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author</a:t>
            </a:r>
          </a:p>
        </p:txBody>
      </p:sp>
    </p:spTree>
    <p:extLst>
      <p:ext uri="{BB962C8B-B14F-4D97-AF65-F5344CB8AC3E}">
        <p14:creationId xmlns:p14="http://schemas.microsoft.com/office/powerpoint/2010/main" val="40238730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#1 &gt; Main Titl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720000" y="2952000"/>
            <a:ext cx="3921979" cy="50359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780000"/>
            <a:ext cx="3945005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 lang="en-US" sz="2000" b="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author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FB4FCF9F-099A-4841-A0D2-1F9406BC929F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012487" y="1049155"/>
            <a:ext cx="5193508" cy="5193508"/>
          </a:xfrm>
          <a:custGeom>
            <a:avLst/>
            <a:gdLst>
              <a:gd name="connsiteX0" fmla="*/ 4694318 w 9388638"/>
              <a:gd name="connsiteY0" fmla="*/ 0 h 9388637"/>
              <a:gd name="connsiteX1" fmla="*/ 5269760 w 9388638"/>
              <a:gd name="connsiteY1" fmla="*/ 238356 h 9388637"/>
              <a:gd name="connsiteX2" fmla="*/ 9150282 w 9388638"/>
              <a:gd name="connsiteY2" fmla="*/ 4118877 h 9388637"/>
              <a:gd name="connsiteX3" fmla="*/ 9150282 w 9388638"/>
              <a:gd name="connsiteY3" fmla="*/ 5269761 h 9388637"/>
              <a:gd name="connsiteX4" fmla="*/ 5269760 w 9388638"/>
              <a:gd name="connsiteY4" fmla="*/ 9150281 h 9388637"/>
              <a:gd name="connsiteX5" fmla="*/ 4118876 w 9388638"/>
              <a:gd name="connsiteY5" fmla="*/ 9150281 h 9388637"/>
              <a:gd name="connsiteX6" fmla="*/ 238356 w 9388638"/>
              <a:gd name="connsiteY6" fmla="*/ 5269761 h 9388637"/>
              <a:gd name="connsiteX7" fmla="*/ 238356 w 9388638"/>
              <a:gd name="connsiteY7" fmla="*/ 4118877 h 9388637"/>
              <a:gd name="connsiteX8" fmla="*/ 4118876 w 9388638"/>
              <a:gd name="connsiteY8" fmla="*/ 238356 h 9388637"/>
              <a:gd name="connsiteX9" fmla="*/ 4694318 w 9388638"/>
              <a:gd name="connsiteY9" fmla="*/ 0 h 938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88638" h="9388637">
                <a:moveTo>
                  <a:pt x="4694318" y="0"/>
                </a:moveTo>
                <a:cubicBezTo>
                  <a:pt x="4902588" y="0"/>
                  <a:pt x="5110856" y="79452"/>
                  <a:pt x="5269760" y="238356"/>
                </a:cubicBezTo>
                <a:lnTo>
                  <a:pt x="9150282" y="4118877"/>
                </a:lnTo>
                <a:cubicBezTo>
                  <a:pt x="9468090" y="4436684"/>
                  <a:pt x="9468090" y="4951953"/>
                  <a:pt x="9150282" y="5269761"/>
                </a:cubicBezTo>
                <a:lnTo>
                  <a:pt x="5269760" y="9150281"/>
                </a:lnTo>
                <a:cubicBezTo>
                  <a:pt x="4951952" y="9468089"/>
                  <a:pt x="4436684" y="9468089"/>
                  <a:pt x="4118876" y="9150281"/>
                </a:cubicBezTo>
                <a:lnTo>
                  <a:pt x="238356" y="5269761"/>
                </a:lnTo>
                <a:cubicBezTo>
                  <a:pt x="-79452" y="4951953"/>
                  <a:pt x="-79452" y="4436684"/>
                  <a:pt x="238356" y="4118877"/>
                </a:cubicBezTo>
                <a:lnTo>
                  <a:pt x="4118876" y="238356"/>
                </a:lnTo>
                <a:cubicBezTo>
                  <a:pt x="4277780" y="79452"/>
                  <a:pt x="4486050" y="0"/>
                  <a:pt x="4694318" y="0"/>
                </a:cubicBez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4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</a:t>
            </a:r>
          </a:p>
          <a:p>
            <a:pPr marL="0" lvl="0" indent="0" algn="ctr">
              <a:buNone/>
            </a:pPr>
            <a:r>
              <a:rPr lang="en-US" dirty="0"/>
              <a:t>Drag and Drop</a:t>
            </a:r>
          </a:p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08C566A2-1865-41A8-964C-20C135560AD3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6352674" y="119320"/>
            <a:ext cx="1529874" cy="1529874"/>
          </a:xfrm>
          <a:custGeom>
            <a:avLst/>
            <a:gdLst>
              <a:gd name="connsiteX0" fmla="*/ 1196926 w 2393853"/>
              <a:gd name="connsiteY0" fmla="*/ 0 h 2393853"/>
              <a:gd name="connsiteX1" fmla="*/ 1545217 w 2393853"/>
              <a:gd name="connsiteY1" fmla="*/ 144267 h 2393853"/>
              <a:gd name="connsiteX2" fmla="*/ 2249586 w 2393853"/>
              <a:gd name="connsiteY2" fmla="*/ 848636 h 2393853"/>
              <a:gd name="connsiteX3" fmla="*/ 2249586 w 2393853"/>
              <a:gd name="connsiteY3" fmla="*/ 1545217 h 2393853"/>
              <a:gd name="connsiteX4" fmla="*/ 1545217 w 2393853"/>
              <a:gd name="connsiteY4" fmla="*/ 2249587 h 2393853"/>
              <a:gd name="connsiteX5" fmla="*/ 848636 w 2393853"/>
              <a:gd name="connsiteY5" fmla="*/ 2249587 h 2393853"/>
              <a:gd name="connsiteX6" fmla="*/ 144267 w 2393853"/>
              <a:gd name="connsiteY6" fmla="*/ 1545217 h 2393853"/>
              <a:gd name="connsiteX7" fmla="*/ 144267 w 2393853"/>
              <a:gd name="connsiteY7" fmla="*/ 848636 h 2393853"/>
              <a:gd name="connsiteX8" fmla="*/ 848636 w 2393853"/>
              <a:gd name="connsiteY8" fmla="*/ 144267 h 2393853"/>
              <a:gd name="connsiteX9" fmla="*/ 1196926 w 2393853"/>
              <a:gd name="connsiteY9" fmla="*/ 0 h 239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93853" h="2393853">
                <a:moveTo>
                  <a:pt x="1196926" y="0"/>
                </a:moveTo>
                <a:cubicBezTo>
                  <a:pt x="1322983" y="0"/>
                  <a:pt x="1449039" y="48089"/>
                  <a:pt x="1545217" y="144267"/>
                </a:cubicBezTo>
                <a:lnTo>
                  <a:pt x="2249586" y="848636"/>
                </a:lnTo>
                <a:cubicBezTo>
                  <a:pt x="2441942" y="1040992"/>
                  <a:pt x="2441942" y="1352861"/>
                  <a:pt x="2249586" y="1545217"/>
                </a:cubicBezTo>
                <a:lnTo>
                  <a:pt x="1545217" y="2249587"/>
                </a:lnTo>
                <a:cubicBezTo>
                  <a:pt x="1352861" y="2441942"/>
                  <a:pt x="1040992" y="2441942"/>
                  <a:pt x="848636" y="2249587"/>
                </a:cubicBezTo>
                <a:lnTo>
                  <a:pt x="144267" y="1545217"/>
                </a:lnTo>
                <a:cubicBezTo>
                  <a:pt x="-48089" y="1352861"/>
                  <a:pt x="-48089" y="1040992"/>
                  <a:pt x="144267" y="848636"/>
                </a:cubicBezTo>
                <a:lnTo>
                  <a:pt x="848636" y="144267"/>
                </a:lnTo>
                <a:cubicBezTo>
                  <a:pt x="944814" y="48089"/>
                  <a:pt x="1070870" y="0"/>
                  <a:pt x="1196926" y="0"/>
                </a:cubicBez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2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 Drag and Drop</a:t>
            </a:r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33CB3305-5B96-425F-A3E4-B051758C6C1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126279" y="5184554"/>
            <a:ext cx="1198515" cy="1198515"/>
          </a:xfrm>
          <a:custGeom>
            <a:avLst/>
            <a:gdLst>
              <a:gd name="connsiteX0" fmla="*/ 1196935 w 2393871"/>
              <a:gd name="connsiteY0" fmla="*/ 0 h 2393871"/>
              <a:gd name="connsiteX1" fmla="*/ 1545212 w 2393871"/>
              <a:gd name="connsiteY1" fmla="*/ 144261 h 2393871"/>
              <a:gd name="connsiteX2" fmla="*/ 2249610 w 2393871"/>
              <a:gd name="connsiteY2" fmla="*/ 848659 h 2393871"/>
              <a:gd name="connsiteX3" fmla="*/ 2249610 w 2393871"/>
              <a:gd name="connsiteY3" fmla="*/ 1545212 h 2393871"/>
              <a:gd name="connsiteX4" fmla="*/ 1545212 w 2393871"/>
              <a:gd name="connsiteY4" fmla="*/ 2249610 h 2393871"/>
              <a:gd name="connsiteX5" fmla="*/ 848659 w 2393871"/>
              <a:gd name="connsiteY5" fmla="*/ 2249610 h 2393871"/>
              <a:gd name="connsiteX6" fmla="*/ 144261 w 2393871"/>
              <a:gd name="connsiteY6" fmla="*/ 1545212 h 2393871"/>
              <a:gd name="connsiteX7" fmla="*/ 144261 w 2393871"/>
              <a:gd name="connsiteY7" fmla="*/ 848659 h 2393871"/>
              <a:gd name="connsiteX8" fmla="*/ 848659 w 2393871"/>
              <a:gd name="connsiteY8" fmla="*/ 144261 h 2393871"/>
              <a:gd name="connsiteX9" fmla="*/ 1196935 w 2393871"/>
              <a:gd name="connsiteY9" fmla="*/ 0 h 2393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93871" h="2393871">
                <a:moveTo>
                  <a:pt x="1196935" y="0"/>
                </a:moveTo>
                <a:cubicBezTo>
                  <a:pt x="1322987" y="0"/>
                  <a:pt x="1449038" y="48087"/>
                  <a:pt x="1545212" y="144261"/>
                </a:cubicBezTo>
                <a:lnTo>
                  <a:pt x="2249610" y="848659"/>
                </a:lnTo>
                <a:cubicBezTo>
                  <a:pt x="2441958" y="1041007"/>
                  <a:pt x="2441958" y="1352864"/>
                  <a:pt x="2249610" y="1545212"/>
                </a:cubicBezTo>
                <a:lnTo>
                  <a:pt x="1545212" y="2249610"/>
                </a:lnTo>
                <a:cubicBezTo>
                  <a:pt x="1352864" y="2441958"/>
                  <a:pt x="1041007" y="2441958"/>
                  <a:pt x="848659" y="2249610"/>
                </a:cubicBezTo>
                <a:lnTo>
                  <a:pt x="144261" y="1545212"/>
                </a:lnTo>
                <a:cubicBezTo>
                  <a:pt x="-48087" y="1352864"/>
                  <a:pt x="-48087" y="1041007"/>
                  <a:pt x="144261" y="848659"/>
                </a:cubicBezTo>
                <a:lnTo>
                  <a:pt x="848659" y="144261"/>
                </a:lnTo>
                <a:cubicBezTo>
                  <a:pt x="944833" y="48087"/>
                  <a:pt x="1070884" y="0"/>
                  <a:pt x="1196935" y="0"/>
                </a:cubicBez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4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DDADA059-F0F5-47B9-A94F-B5CEEA4871E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9883079" y="5171054"/>
            <a:ext cx="2090748" cy="2090750"/>
          </a:xfrm>
          <a:custGeom>
            <a:avLst/>
            <a:gdLst>
              <a:gd name="connsiteX0" fmla="*/ 1210435 w 2420868"/>
              <a:gd name="connsiteY0" fmla="*/ 0 h 2420869"/>
              <a:gd name="connsiteX1" fmla="*/ 1535665 w 2420868"/>
              <a:gd name="connsiteY1" fmla="*/ 134715 h 2420869"/>
              <a:gd name="connsiteX2" fmla="*/ 2286153 w 2420868"/>
              <a:gd name="connsiteY2" fmla="*/ 885204 h 2420869"/>
              <a:gd name="connsiteX3" fmla="*/ 2286153 w 2420868"/>
              <a:gd name="connsiteY3" fmla="*/ 1535665 h 2420869"/>
              <a:gd name="connsiteX4" fmla="*/ 1535665 w 2420868"/>
              <a:gd name="connsiteY4" fmla="*/ 2286154 h 2420869"/>
              <a:gd name="connsiteX5" fmla="*/ 885203 w 2420868"/>
              <a:gd name="connsiteY5" fmla="*/ 2286154 h 2420869"/>
              <a:gd name="connsiteX6" fmla="*/ 134715 w 2420868"/>
              <a:gd name="connsiteY6" fmla="*/ 1535665 h 2420869"/>
              <a:gd name="connsiteX7" fmla="*/ 134715 w 2420868"/>
              <a:gd name="connsiteY7" fmla="*/ 885204 h 2420869"/>
              <a:gd name="connsiteX8" fmla="*/ 885203 w 2420868"/>
              <a:gd name="connsiteY8" fmla="*/ 134715 h 2420869"/>
              <a:gd name="connsiteX9" fmla="*/ 1210435 w 2420868"/>
              <a:gd name="connsiteY9" fmla="*/ 0 h 242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20868" h="2420869">
                <a:moveTo>
                  <a:pt x="1210435" y="0"/>
                </a:moveTo>
                <a:cubicBezTo>
                  <a:pt x="1328145" y="0"/>
                  <a:pt x="1445855" y="44905"/>
                  <a:pt x="1535665" y="134715"/>
                </a:cubicBezTo>
                <a:lnTo>
                  <a:pt x="2286153" y="885204"/>
                </a:lnTo>
                <a:cubicBezTo>
                  <a:pt x="2465773" y="1064824"/>
                  <a:pt x="2465773" y="1356045"/>
                  <a:pt x="2286153" y="1535665"/>
                </a:cubicBezTo>
                <a:lnTo>
                  <a:pt x="1535665" y="2286154"/>
                </a:lnTo>
                <a:cubicBezTo>
                  <a:pt x="1356045" y="2465774"/>
                  <a:pt x="1064823" y="2465774"/>
                  <a:pt x="885203" y="2286154"/>
                </a:cubicBezTo>
                <a:lnTo>
                  <a:pt x="134715" y="1535665"/>
                </a:lnTo>
                <a:cubicBezTo>
                  <a:pt x="-44905" y="1356045"/>
                  <a:pt x="-44905" y="1064824"/>
                  <a:pt x="134715" y="885204"/>
                </a:cubicBezTo>
                <a:lnTo>
                  <a:pt x="885203" y="134715"/>
                </a:lnTo>
                <a:cubicBezTo>
                  <a:pt x="975013" y="44905"/>
                  <a:pt x="1092723" y="0"/>
                  <a:pt x="1210435" y="0"/>
                </a:cubicBez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4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 Drag and Drop</a:t>
            </a:r>
          </a:p>
        </p:txBody>
      </p:sp>
    </p:spTree>
    <p:extLst>
      <p:ext uri="{BB962C8B-B14F-4D97-AF65-F5344CB8AC3E}">
        <p14:creationId xmlns:p14="http://schemas.microsoft.com/office/powerpoint/2010/main" val="3376117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1 &gt;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AD86887-FFD9-4F8E-B4C2-811B80D0B8F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31493" y="2385869"/>
            <a:ext cx="1765300" cy="2086263"/>
          </a:xfrm>
          <a:custGeom>
            <a:avLst/>
            <a:gdLst>
              <a:gd name="connsiteX0" fmla="*/ 0 w 3530600"/>
              <a:gd name="connsiteY0" fmla="*/ 0 h 4172525"/>
              <a:gd name="connsiteX1" fmla="*/ 3530600 w 3530600"/>
              <a:gd name="connsiteY1" fmla="*/ 0 h 4172525"/>
              <a:gd name="connsiteX2" fmla="*/ 3530600 w 3530600"/>
              <a:gd name="connsiteY2" fmla="*/ 4172525 h 4172525"/>
              <a:gd name="connsiteX3" fmla="*/ 0 w 3530600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0" h="4172525">
                <a:moveTo>
                  <a:pt x="0" y="0"/>
                </a:moveTo>
                <a:lnTo>
                  <a:pt x="3530600" y="0"/>
                </a:lnTo>
                <a:lnTo>
                  <a:pt x="3530600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E127335-40F7-46EA-A7ED-B8E630C7E5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794" y="2385869"/>
            <a:ext cx="1765300" cy="2086263"/>
          </a:xfrm>
          <a:custGeom>
            <a:avLst/>
            <a:gdLst>
              <a:gd name="connsiteX0" fmla="*/ 0 w 3530600"/>
              <a:gd name="connsiteY0" fmla="*/ 0 h 4172525"/>
              <a:gd name="connsiteX1" fmla="*/ 3530600 w 3530600"/>
              <a:gd name="connsiteY1" fmla="*/ 0 h 4172525"/>
              <a:gd name="connsiteX2" fmla="*/ 3530600 w 3530600"/>
              <a:gd name="connsiteY2" fmla="*/ 4172525 h 4172525"/>
              <a:gd name="connsiteX3" fmla="*/ 0 w 3530600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0" h="4172525">
                <a:moveTo>
                  <a:pt x="0" y="0"/>
                </a:moveTo>
                <a:lnTo>
                  <a:pt x="3530600" y="0"/>
                </a:lnTo>
                <a:lnTo>
                  <a:pt x="3530600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5019FB-11E6-443C-92A9-BA85658FC9E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62094" y="2385869"/>
            <a:ext cx="1765301" cy="2086263"/>
          </a:xfrm>
          <a:custGeom>
            <a:avLst/>
            <a:gdLst>
              <a:gd name="connsiteX0" fmla="*/ 0 w 3530601"/>
              <a:gd name="connsiteY0" fmla="*/ 0 h 4172525"/>
              <a:gd name="connsiteX1" fmla="*/ 3530601 w 3530601"/>
              <a:gd name="connsiteY1" fmla="*/ 0 h 4172525"/>
              <a:gd name="connsiteX2" fmla="*/ 3530601 w 3530601"/>
              <a:gd name="connsiteY2" fmla="*/ 4172525 h 4172525"/>
              <a:gd name="connsiteX3" fmla="*/ 0 w 3530601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1" h="4172525">
                <a:moveTo>
                  <a:pt x="0" y="0"/>
                </a:moveTo>
                <a:lnTo>
                  <a:pt x="3530601" y="0"/>
                </a:lnTo>
                <a:lnTo>
                  <a:pt x="3530601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C2750E5-4774-4FE9-AF6A-283B3A8A02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627393" y="2385869"/>
            <a:ext cx="1765300" cy="2086263"/>
          </a:xfrm>
          <a:custGeom>
            <a:avLst/>
            <a:gdLst>
              <a:gd name="connsiteX0" fmla="*/ 0 w 3530600"/>
              <a:gd name="connsiteY0" fmla="*/ 0 h 4172525"/>
              <a:gd name="connsiteX1" fmla="*/ 3530600 w 3530600"/>
              <a:gd name="connsiteY1" fmla="*/ 0 h 4172525"/>
              <a:gd name="connsiteX2" fmla="*/ 3530600 w 3530600"/>
              <a:gd name="connsiteY2" fmla="*/ 4172525 h 4172525"/>
              <a:gd name="connsiteX3" fmla="*/ 0 w 3530600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0" h="4172525">
                <a:moveTo>
                  <a:pt x="0" y="0"/>
                </a:moveTo>
                <a:lnTo>
                  <a:pt x="3530600" y="0"/>
                </a:lnTo>
                <a:lnTo>
                  <a:pt x="3530600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B54411-C58A-4321-835D-9F96DCE5C21E}"/>
              </a:ext>
            </a:extLst>
          </p:cNvPr>
          <p:cNvCxnSpPr/>
          <p:nvPr userDrawn="1"/>
        </p:nvCxnSpPr>
        <p:spPr>
          <a:xfrm>
            <a:off x="6096795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3173E7-346C-43AA-B49B-D6AABC71CD05}"/>
              </a:ext>
            </a:extLst>
          </p:cNvPr>
          <p:cNvCxnSpPr/>
          <p:nvPr userDrawn="1"/>
        </p:nvCxnSpPr>
        <p:spPr>
          <a:xfrm>
            <a:off x="7862095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4E8EDA-0626-4C16-BBA2-5999AEF28961}"/>
              </a:ext>
            </a:extLst>
          </p:cNvPr>
          <p:cNvCxnSpPr/>
          <p:nvPr userDrawn="1"/>
        </p:nvCxnSpPr>
        <p:spPr>
          <a:xfrm>
            <a:off x="9627395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CB47AA-CEC4-4AEE-A01B-5522B9571CB3}"/>
              </a:ext>
            </a:extLst>
          </p:cNvPr>
          <p:cNvCxnSpPr/>
          <p:nvPr userDrawn="1"/>
        </p:nvCxnSpPr>
        <p:spPr>
          <a:xfrm>
            <a:off x="11392695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3C6D0E-152F-4551-B2BF-2588E9CD67E6}"/>
              </a:ext>
            </a:extLst>
          </p:cNvPr>
          <p:cNvCxnSpPr/>
          <p:nvPr userDrawn="1"/>
        </p:nvCxnSpPr>
        <p:spPr>
          <a:xfrm>
            <a:off x="4331495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6913" y="2998274"/>
            <a:ext cx="3411052" cy="93447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10000"/>
              </a:lnSpc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4336080" y="875007"/>
            <a:ext cx="1761508" cy="1235075"/>
          </a:xfrm>
          <a:prstGeom prst="rect">
            <a:avLst/>
          </a:prstGeom>
        </p:spPr>
        <p:txBody>
          <a:bodyPr lIns="180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6099852" y="875007"/>
            <a:ext cx="1761508" cy="1235075"/>
          </a:xfrm>
          <a:prstGeom prst="rect">
            <a:avLst/>
          </a:prstGeom>
        </p:spPr>
        <p:txBody>
          <a:bodyPr lIns="180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7863624" y="875007"/>
            <a:ext cx="1761508" cy="1235075"/>
          </a:xfrm>
          <a:prstGeom prst="rect">
            <a:avLst/>
          </a:prstGeom>
        </p:spPr>
        <p:txBody>
          <a:bodyPr lIns="180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9627395" y="875007"/>
            <a:ext cx="1761508" cy="1235075"/>
          </a:xfrm>
          <a:prstGeom prst="rect">
            <a:avLst/>
          </a:prstGeom>
        </p:spPr>
        <p:txBody>
          <a:bodyPr lIns="180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4343665" y="4724967"/>
            <a:ext cx="1761508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07437" y="4724967"/>
            <a:ext cx="1761508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7871209" y="4724967"/>
            <a:ext cx="1761508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9634980" y="4724967"/>
            <a:ext cx="1761508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66201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1 &gt;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AD86887-FFD9-4F8E-B4C2-811B80D0B8F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30800" y="2490044"/>
            <a:ext cx="1778400" cy="2086263"/>
          </a:xfrm>
          <a:custGeom>
            <a:avLst/>
            <a:gdLst>
              <a:gd name="connsiteX0" fmla="*/ 0 w 3530600"/>
              <a:gd name="connsiteY0" fmla="*/ 0 h 4172525"/>
              <a:gd name="connsiteX1" fmla="*/ 3530600 w 3530600"/>
              <a:gd name="connsiteY1" fmla="*/ 0 h 4172525"/>
              <a:gd name="connsiteX2" fmla="*/ 3530600 w 3530600"/>
              <a:gd name="connsiteY2" fmla="*/ 4172525 h 4172525"/>
              <a:gd name="connsiteX3" fmla="*/ 0 w 3530600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0" h="4172525">
                <a:moveTo>
                  <a:pt x="0" y="0"/>
                </a:moveTo>
                <a:lnTo>
                  <a:pt x="3530600" y="0"/>
                </a:lnTo>
                <a:lnTo>
                  <a:pt x="3530600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E127335-40F7-46EA-A7ED-B8E630C7E5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30800" y="3115075"/>
            <a:ext cx="1778400" cy="2086263"/>
          </a:xfrm>
          <a:custGeom>
            <a:avLst/>
            <a:gdLst>
              <a:gd name="connsiteX0" fmla="*/ 0 w 3530600"/>
              <a:gd name="connsiteY0" fmla="*/ 0 h 4172525"/>
              <a:gd name="connsiteX1" fmla="*/ 3530600 w 3530600"/>
              <a:gd name="connsiteY1" fmla="*/ 0 h 4172525"/>
              <a:gd name="connsiteX2" fmla="*/ 3530600 w 3530600"/>
              <a:gd name="connsiteY2" fmla="*/ 4172525 h 4172525"/>
              <a:gd name="connsiteX3" fmla="*/ 0 w 3530600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0" h="4172525">
                <a:moveTo>
                  <a:pt x="0" y="0"/>
                </a:moveTo>
                <a:lnTo>
                  <a:pt x="3530600" y="0"/>
                </a:lnTo>
                <a:lnTo>
                  <a:pt x="3530600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5019FB-11E6-443C-92A9-BA85658FC9E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930800" y="2802566"/>
            <a:ext cx="1778400" cy="2086263"/>
          </a:xfrm>
          <a:custGeom>
            <a:avLst/>
            <a:gdLst>
              <a:gd name="connsiteX0" fmla="*/ 0 w 3530601"/>
              <a:gd name="connsiteY0" fmla="*/ 0 h 4172525"/>
              <a:gd name="connsiteX1" fmla="*/ 3530601 w 3530601"/>
              <a:gd name="connsiteY1" fmla="*/ 0 h 4172525"/>
              <a:gd name="connsiteX2" fmla="*/ 3530601 w 3530601"/>
              <a:gd name="connsiteY2" fmla="*/ 4172525 h 4172525"/>
              <a:gd name="connsiteX3" fmla="*/ 0 w 3530601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1" h="4172525">
                <a:moveTo>
                  <a:pt x="0" y="0"/>
                </a:moveTo>
                <a:lnTo>
                  <a:pt x="3530601" y="0"/>
                </a:lnTo>
                <a:lnTo>
                  <a:pt x="3530601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C2750E5-4774-4FE9-AF6A-283B3A8A02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730800" y="3392869"/>
            <a:ext cx="1778400" cy="2086263"/>
          </a:xfrm>
          <a:custGeom>
            <a:avLst/>
            <a:gdLst>
              <a:gd name="connsiteX0" fmla="*/ 0 w 3530600"/>
              <a:gd name="connsiteY0" fmla="*/ 0 h 4172525"/>
              <a:gd name="connsiteX1" fmla="*/ 3530600 w 3530600"/>
              <a:gd name="connsiteY1" fmla="*/ 0 h 4172525"/>
              <a:gd name="connsiteX2" fmla="*/ 3530600 w 3530600"/>
              <a:gd name="connsiteY2" fmla="*/ 4172525 h 4172525"/>
              <a:gd name="connsiteX3" fmla="*/ 0 w 3530600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0" h="4172525">
                <a:moveTo>
                  <a:pt x="0" y="0"/>
                </a:moveTo>
                <a:lnTo>
                  <a:pt x="3530600" y="0"/>
                </a:lnTo>
                <a:lnTo>
                  <a:pt x="3530600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B54411-C58A-4321-835D-9F96DCE5C21E}"/>
              </a:ext>
            </a:extLst>
          </p:cNvPr>
          <p:cNvCxnSpPr/>
          <p:nvPr userDrawn="1"/>
        </p:nvCxnSpPr>
        <p:spPr>
          <a:xfrm>
            <a:off x="6120000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3173E7-346C-43AA-B49B-D6AABC71CD05}"/>
              </a:ext>
            </a:extLst>
          </p:cNvPr>
          <p:cNvCxnSpPr/>
          <p:nvPr userDrawn="1"/>
        </p:nvCxnSpPr>
        <p:spPr>
          <a:xfrm>
            <a:off x="7920000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4E8EDA-0626-4C16-BBA2-5999AEF28961}"/>
              </a:ext>
            </a:extLst>
          </p:cNvPr>
          <p:cNvCxnSpPr/>
          <p:nvPr userDrawn="1"/>
        </p:nvCxnSpPr>
        <p:spPr>
          <a:xfrm>
            <a:off x="9720000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CB47AA-CEC4-4AEE-A01B-5522B9571CB3}"/>
              </a:ext>
            </a:extLst>
          </p:cNvPr>
          <p:cNvCxnSpPr/>
          <p:nvPr userDrawn="1"/>
        </p:nvCxnSpPr>
        <p:spPr>
          <a:xfrm>
            <a:off x="11520000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3C6D0E-152F-4551-B2BF-2588E9CD67E6}"/>
              </a:ext>
            </a:extLst>
          </p:cNvPr>
          <p:cNvCxnSpPr/>
          <p:nvPr userDrawn="1"/>
        </p:nvCxnSpPr>
        <p:spPr>
          <a:xfrm>
            <a:off x="4320000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6913" y="2998274"/>
            <a:ext cx="3411052" cy="934478"/>
          </a:xfrm>
          <a:prstGeom prst="rect">
            <a:avLst/>
          </a:prstGeom>
        </p:spPr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4330800" y="979182"/>
            <a:ext cx="1778400" cy="1235075"/>
          </a:xfrm>
          <a:prstGeom prst="rect">
            <a:avLst/>
          </a:prstGeom>
        </p:spPr>
        <p:txBody>
          <a:bodyPr lIns="108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6130800" y="1604213"/>
            <a:ext cx="1778400" cy="1235075"/>
          </a:xfrm>
          <a:prstGeom prst="rect">
            <a:avLst/>
          </a:prstGeom>
        </p:spPr>
        <p:txBody>
          <a:bodyPr lIns="108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7930800" y="1291704"/>
            <a:ext cx="1778400" cy="1235075"/>
          </a:xfrm>
          <a:prstGeom prst="rect">
            <a:avLst/>
          </a:prstGeom>
        </p:spPr>
        <p:txBody>
          <a:bodyPr lIns="108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9730800" y="1882007"/>
            <a:ext cx="1778400" cy="1235075"/>
          </a:xfrm>
          <a:prstGeom prst="rect">
            <a:avLst/>
          </a:prstGeom>
        </p:spPr>
        <p:txBody>
          <a:bodyPr lIns="108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4330800" y="4829142"/>
            <a:ext cx="1778400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30800" y="5454173"/>
            <a:ext cx="1778400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7930800" y="5141664"/>
            <a:ext cx="1778400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9730800" y="5731967"/>
            <a:ext cx="1778400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77986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aster #1 &gt;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36000" rIns="0" bIns="36000" rtlCol="0" anchor="t" anchorCtr="0">
            <a:noAutofit/>
          </a:bodyPr>
          <a:lstStyle>
            <a:lvl1pPr>
              <a:lnSpc>
                <a:spcPct val="110000"/>
              </a:lnSpc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00" y="6480000"/>
            <a:ext cx="1080000" cy="21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2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96913" y="1047750"/>
            <a:ext cx="10823575" cy="5200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711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#1 &gt;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6192000" y="1152000"/>
            <a:ext cx="5400675" cy="5040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1"/>
          </p:nvPr>
        </p:nvSpPr>
        <p:spPr>
          <a:xfrm>
            <a:off x="720000" y="1152000"/>
            <a:ext cx="5400675" cy="5040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012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1 &gt; Movie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>
            <a:extLst>
              <a:ext uri="{FF2B5EF4-FFF2-40B4-BE49-F238E27FC236}">
                <a16:creationId xmlns:a16="http://schemas.microsoft.com/office/drawing/2014/main" id="{F7BA31D7-C735-456F-99B4-7CBC14D4C42E}"/>
              </a:ext>
            </a:extLst>
          </p:cNvPr>
          <p:cNvSpPr>
            <a:spLocks noEditPoints="1"/>
          </p:cNvSpPr>
          <p:nvPr userDrawn="1"/>
        </p:nvSpPr>
        <p:spPr bwMode="auto">
          <a:xfrm rot="10800000" flipH="1">
            <a:off x="696913" y="1115904"/>
            <a:ext cx="574846" cy="528501"/>
          </a:xfrm>
          <a:custGeom>
            <a:avLst/>
            <a:gdLst>
              <a:gd name="T0" fmla="*/ 0 w 707"/>
              <a:gd name="T1" fmla="*/ 547 h 650"/>
              <a:gd name="T2" fmla="*/ 221 w 707"/>
              <a:gd name="T3" fmla="*/ 325 h 650"/>
              <a:gd name="T4" fmla="*/ 0 w 707"/>
              <a:gd name="T5" fmla="*/ 88 h 650"/>
              <a:gd name="T6" fmla="*/ 89 w 707"/>
              <a:gd name="T7" fmla="*/ 0 h 650"/>
              <a:gd name="T8" fmla="*/ 413 w 707"/>
              <a:gd name="T9" fmla="*/ 325 h 650"/>
              <a:gd name="T10" fmla="*/ 89 w 707"/>
              <a:gd name="T11" fmla="*/ 650 h 650"/>
              <a:gd name="T12" fmla="*/ 0 w 707"/>
              <a:gd name="T13" fmla="*/ 547 h 650"/>
              <a:gd name="T14" fmla="*/ 383 w 707"/>
              <a:gd name="T15" fmla="*/ 0 h 650"/>
              <a:gd name="T16" fmla="*/ 707 w 707"/>
              <a:gd name="T17" fmla="*/ 325 h 650"/>
              <a:gd name="T18" fmla="*/ 383 w 707"/>
              <a:gd name="T19" fmla="*/ 650 h 650"/>
              <a:gd name="T20" fmla="*/ 295 w 707"/>
              <a:gd name="T21" fmla="*/ 547 h 650"/>
              <a:gd name="T22" fmla="*/ 531 w 707"/>
              <a:gd name="T23" fmla="*/ 325 h 650"/>
              <a:gd name="T24" fmla="*/ 295 w 707"/>
              <a:gd name="T25" fmla="*/ 88 h 650"/>
              <a:gd name="T26" fmla="*/ 383 w 707"/>
              <a:gd name="T27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07" h="650">
                <a:moveTo>
                  <a:pt x="0" y="547"/>
                </a:moveTo>
                <a:lnTo>
                  <a:pt x="221" y="325"/>
                </a:lnTo>
                <a:lnTo>
                  <a:pt x="0" y="88"/>
                </a:lnTo>
                <a:lnTo>
                  <a:pt x="89" y="0"/>
                </a:lnTo>
                <a:lnTo>
                  <a:pt x="413" y="325"/>
                </a:lnTo>
                <a:lnTo>
                  <a:pt x="89" y="650"/>
                </a:lnTo>
                <a:lnTo>
                  <a:pt x="0" y="547"/>
                </a:lnTo>
                <a:close/>
                <a:moveTo>
                  <a:pt x="383" y="0"/>
                </a:moveTo>
                <a:lnTo>
                  <a:pt x="707" y="325"/>
                </a:lnTo>
                <a:lnTo>
                  <a:pt x="383" y="650"/>
                </a:lnTo>
                <a:lnTo>
                  <a:pt x="295" y="547"/>
                </a:lnTo>
                <a:lnTo>
                  <a:pt x="531" y="325"/>
                </a:lnTo>
                <a:lnTo>
                  <a:pt x="295" y="88"/>
                </a:lnTo>
                <a:lnTo>
                  <a:pt x="38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US" sz="600"/>
          </a:p>
        </p:txBody>
      </p:sp>
      <p:sp>
        <p:nvSpPr>
          <p:cNvPr id="5" name="Media Placeholder 4"/>
          <p:cNvSpPr>
            <a:spLocks noGrp="1" noChangeAspect="1"/>
          </p:cNvSpPr>
          <p:nvPr>
            <p:ph type="media" sz="quarter" idx="11"/>
          </p:nvPr>
        </p:nvSpPr>
        <p:spPr>
          <a:xfrm>
            <a:off x="2055753" y="1091352"/>
            <a:ext cx="8083670" cy="4547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986953" y="5792282"/>
            <a:ext cx="3152469" cy="275836"/>
          </a:xfrm>
          <a:solidFill>
            <a:schemeClr val="tx1">
              <a:lumMod val="50000"/>
            </a:schemeClr>
          </a:solidFill>
        </p:spPr>
        <p:txBody>
          <a:bodyPr lIns="108000" rIns="108000">
            <a:spAutoFit/>
          </a:bodyPr>
          <a:lstStyle>
            <a:lvl1pPr algn="r">
              <a:defRPr sz="1200" b="0"/>
            </a:lvl1pPr>
          </a:lstStyle>
          <a:p>
            <a:r>
              <a:rPr lang="en-US" dirty="0"/>
              <a:t>Click to edit reference style</a:t>
            </a:r>
          </a:p>
        </p:txBody>
      </p:sp>
    </p:spTree>
    <p:extLst>
      <p:ext uri="{BB962C8B-B14F-4D97-AF65-F5344CB8AC3E}">
        <p14:creationId xmlns:p14="http://schemas.microsoft.com/office/powerpoint/2010/main" val="299479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#1 &gt; Movie (full 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 noChangeAspect="1"/>
          </p:cNvSpPr>
          <p:nvPr>
            <p:ph sz="quarter" idx="10" hasCustomPrompt="1"/>
          </p:nvPr>
        </p:nvSpPr>
        <p:spPr>
          <a:xfrm>
            <a:off x="0" y="0"/>
            <a:ext cx="12193588" cy="6858000"/>
          </a:xfrm>
        </p:spPr>
        <p:txBody>
          <a:bodyPr tIns="72000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edit content in full screen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7655669" y="6321814"/>
            <a:ext cx="4537920" cy="275836"/>
          </a:xfrm>
          <a:solidFill>
            <a:schemeClr val="tx1">
              <a:lumMod val="50000"/>
            </a:schemeClr>
          </a:solidFill>
        </p:spPr>
        <p:txBody>
          <a:bodyPr wrap="square" lIns="108000" rIns="180000">
            <a:spAutoFit/>
          </a:bodyPr>
          <a:lstStyle>
            <a:lvl1pPr algn="r">
              <a:defRPr sz="1200" b="0"/>
            </a:lvl1pPr>
          </a:lstStyle>
          <a:p>
            <a:r>
              <a:rPr lang="en-US" dirty="0"/>
              <a:t>Click to edit reference style</a:t>
            </a:r>
          </a:p>
        </p:txBody>
      </p:sp>
    </p:spTree>
    <p:extLst>
      <p:ext uri="{BB962C8B-B14F-4D97-AF65-F5344CB8AC3E}">
        <p14:creationId xmlns:p14="http://schemas.microsoft.com/office/powerpoint/2010/main" val="3640787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1 &gt; Title tex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A211FA7-0CDE-4ED5-B916-4BC3E6FDFC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7587" y="0"/>
            <a:ext cx="5507038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228600" indent="-228600">
              <a:buNone/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/>
            <a:r>
              <a:rPr lang="en-US" dirty="0"/>
              <a:t>Click icon to add picture,</a:t>
            </a:r>
          </a:p>
          <a:p>
            <a:pPr marL="0" lvl="0" indent="0" algn="ctr"/>
            <a:r>
              <a:rPr lang="en-US" dirty="0"/>
              <a:t>Drag and Drop</a:t>
            </a:r>
          </a:p>
          <a:p>
            <a:pPr marL="0" lvl="0" indent="0"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20000" y="1512000"/>
            <a:ext cx="5005391" cy="4537941"/>
          </a:xfrm>
          <a:prstGeom prst="rect">
            <a:avLst/>
          </a:prstGeom>
        </p:spPr>
        <p:txBody>
          <a:bodyPr/>
          <a:lstStyle>
            <a:lvl1pPr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503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2 &gt; Layou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A211FA7-0CDE-4ED5-B916-4BC3E6FDFC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96753" y="0"/>
            <a:ext cx="5295901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</a:t>
            </a:r>
          </a:p>
          <a:p>
            <a:pPr marL="0" lvl="0" indent="0" algn="ctr">
              <a:buNone/>
            </a:pPr>
            <a:r>
              <a:rPr lang="en-US" dirty="0"/>
              <a:t>Drag and Drop</a:t>
            </a:r>
          </a:p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3" name="Title 9"/>
          <p:cNvSpPr>
            <a:spLocks noGrp="1"/>
          </p:cNvSpPr>
          <p:nvPr>
            <p:ph type="title"/>
          </p:nvPr>
        </p:nvSpPr>
        <p:spPr>
          <a:xfrm>
            <a:off x="6299999" y="1840930"/>
            <a:ext cx="5040000" cy="460502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300000" y="2520000"/>
            <a:ext cx="5040000" cy="3111500"/>
          </a:xfrm>
          <a:prstGeom prst="rect">
            <a:avLst/>
          </a:prstGeom>
        </p:spPr>
        <p:txBody>
          <a:bodyPr lIns="0" rIns="0"/>
          <a:lstStyle>
            <a:lvl1pPr>
              <a:spcAft>
                <a:spcPts val="600"/>
              </a:spcAft>
              <a:buClr>
                <a:schemeClr val="bg2"/>
              </a:buClr>
              <a:defRPr sz="2400"/>
            </a:lvl1pPr>
            <a:lvl2pPr>
              <a:spcAft>
                <a:spcPts val="600"/>
              </a:spcAft>
              <a:buClr>
                <a:schemeClr val="bg2"/>
              </a:buClr>
              <a:defRPr sz="2000"/>
            </a:lvl2pPr>
            <a:lvl3pPr>
              <a:spcAft>
                <a:spcPts val="600"/>
              </a:spcAft>
              <a:buClr>
                <a:schemeClr val="bg2"/>
              </a:buClr>
              <a:defRPr sz="2000"/>
            </a:lvl3pPr>
            <a:lvl4pPr>
              <a:spcAft>
                <a:spcPts val="600"/>
              </a:spcAft>
              <a:buClr>
                <a:schemeClr val="bg2"/>
              </a:buClr>
              <a:defRPr sz="2000"/>
            </a:lvl4pPr>
            <a:lvl5pPr>
              <a:spcAft>
                <a:spcPts val="600"/>
              </a:spcAft>
              <a:buClr>
                <a:schemeClr val="bg2"/>
              </a:buCl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7BA31D7-C735-456F-99B4-7CBC14D4C42E}"/>
              </a:ext>
            </a:extLst>
          </p:cNvPr>
          <p:cNvSpPr>
            <a:spLocks noEditPoints="1"/>
          </p:cNvSpPr>
          <p:nvPr userDrawn="1"/>
        </p:nvSpPr>
        <p:spPr bwMode="auto">
          <a:xfrm rot="10800000" flipH="1">
            <a:off x="6299999" y="973088"/>
            <a:ext cx="574846" cy="528501"/>
          </a:xfrm>
          <a:custGeom>
            <a:avLst/>
            <a:gdLst>
              <a:gd name="T0" fmla="*/ 0 w 707"/>
              <a:gd name="T1" fmla="*/ 547 h 650"/>
              <a:gd name="T2" fmla="*/ 221 w 707"/>
              <a:gd name="T3" fmla="*/ 325 h 650"/>
              <a:gd name="T4" fmla="*/ 0 w 707"/>
              <a:gd name="T5" fmla="*/ 88 h 650"/>
              <a:gd name="T6" fmla="*/ 89 w 707"/>
              <a:gd name="T7" fmla="*/ 0 h 650"/>
              <a:gd name="T8" fmla="*/ 413 w 707"/>
              <a:gd name="T9" fmla="*/ 325 h 650"/>
              <a:gd name="T10" fmla="*/ 89 w 707"/>
              <a:gd name="T11" fmla="*/ 650 h 650"/>
              <a:gd name="T12" fmla="*/ 0 w 707"/>
              <a:gd name="T13" fmla="*/ 547 h 650"/>
              <a:gd name="T14" fmla="*/ 383 w 707"/>
              <a:gd name="T15" fmla="*/ 0 h 650"/>
              <a:gd name="T16" fmla="*/ 707 w 707"/>
              <a:gd name="T17" fmla="*/ 325 h 650"/>
              <a:gd name="T18" fmla="*/ 383 w 707"/>
              <a:gd name="T19" fmla="*/ 650 h 650"/>
              <a:gd name="T20" fmla="*/ 295 w 707"/>
              <a:gd name="T21" fmla="*/ 547 h 650"/>
              <a:gd name="T22" fmla="*/ 531 w 707"/>
              <a:gd name="T23" fmla="*/ 325 h 650"/>
              <a:gd name="T24" fmla="*/ 295 w 707"/>
              <a:gd name="T25" fmla="*/ 88 h 650"/>
              <a:gd name="T26" fmla="*/ 383 w 707"/>
              <a:gd name="T27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07" h="650">
                <a:moveTo>
                  <a:pt x="0" y="547"/>
                </a:moveTo>
                <a:lnTo>
                  <a:pt x="221" y="325"/>
                </a:lnTo>
                <a:lnTo>
                  <a:pt x="0" y="88"/>
                </a:lnTo>
                <a:lnTo>
                  <a:pt x="89" y="0"/>
                </a:lnTo>
                <a:lnTo>
                  <a:pt x="413" y="325"/>
                </a:lnTo>
                <a:lnTo>
                  <a:pt x="89" y="650"/>
                </a:lnTo>
                <a:lnTo>
                  <a:pt x="0" y="547"/>
                </a:lnTo>
                <a:close/>
                <a:moveTo>
                  <a:pt x="383" y="0"/>
                </a:moveTo>
                <a:lnTo>
                  <a:pt x="707" y="325"/>
                </a:lnTo>
                <a:lnTo>
                  <a:pt x="383" y="650"/>
                </a:lnTo>
                <a:lnTo>
                  <a:pt x="295" y="547"/>
                </a:lnTo>
                <a:lnTo>
                  <a:pt x="531" y="325"/>
                </a:lnTo>
                <a:lnTo>
                  <a:pt x="295" y="88"/>
                </a:lnTo>
                <a:lnTo>
                  <a:pt x="38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3250800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er #2 &gt; Layou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A211FA7-0CDE-4ED5-B916-4BC3E6FDFC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08724" y="0"/>
            <a:ext cx="5295901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</a:t>
            </a:r>
          </a:p>
          <a:p>
            <a:pPr marL="0" lvl="0" indent="0" algn="ctr">
              <a:buNone/>
            </a:pPr>
            <a:r>
              <a:rPr lang="en-US" dirty="0"/>
              <a:t>Drag and Drop</a:t>
            </a:r>
          </a:p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3" name="Title 9"/>
          <p:cNvSpPr>
            <a:spLocks noGrp="1"/>
          </p:cNvSpPr>
          <p:nvPr>
            <p:ph type="title"/>
          </p:nvPr>
        </p:nvSpPr>
        <p:spPr>
          <a:xfrm>
            <a:off x="696912" y="1840930"/>
            <a:ext cx="5145396" cy="460502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96913" y="2520000"/>
            <a:ext cx="5145396" cy="3111500"/>
          </a:xfrm>
          <a:prstGeom prst="rect">
            <a:avLst/>
          </a:prstGeom>
        </p:spPr>
        <p:txBody>
          <a:bodyPr lIns="0" rIns="0"/>
          <a:lstStyle>
            <a:lvl1pPr>
              <a:spcAft>
                <a:spcPts val="600"/>
              </a:spcAft>
              <a:buClr>
                <a:schemeClr val="bg2"/>
              </a:buClr>
              <a:defRPr sz="2400"/>
            </a:lvl1pPr>
            <a:lvl2pPr>
              <a:spcAft>
                <a:spcPts val="600"/>
              </a:spcAft>
              <a:buClr>
                <a:schemeClr val="bg2"/>
              </a:buClr>
              <a:defRPr sz="2000"/>
            </a:lvl2pPr>
            <a:lvl3pPr>
              <a:spcAft>
                <a:spcPts val="600"/>
              </a:spcAft>
              <a:buClr>
                <a:schemeClr val="bg2"/>
              </a:buClr>
              <a:defRPr sz="2000"/>
            </a:lvl3pPr>
            <a:lvl4pPr>
              <a:spcAft>
                <a:spcPts val="600"/>
              </a:spcAft>
              <a:buClr>
                <a:schemeClr val="bg2"/>
              </a:buClr>
              <a:defRPr sz="2000"/>
            </a:lvl4pPr>
            <a:lvl5pPr>
              <a:spcAft>
                <a:spcPts val="600"/>
              </a:spcAft>
              <a:buClr>
                <a:schemeClr val="bg2"/>
              </a:buCl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F7BA31D7-C735-456F-99B4-7CBC14D4C42E}"/>
              </a:ext>
            </a:extLst>
          </p:cNvPr>
          <p:cNvSpPr>
            <a:spLocks noEditPoints="1"/>
          </p:cNvSpPr>
          <p:nvPr userDrawn="1"/>
        </p:nvSpPr>
        <p:spPr bwMode="auto">
          <a:xfrm rot="10800000" flipH="1">
            <a:off x="5267462" y="973088"/>
            <a:ext cx="574846" cy="528501"/>
          </a:xfrm>
          <a:custGeom>
            <a:avLst/>
            <a:gdLst>
              <a:gd name="T0" fmla="*/ 0 w 707"/>
              <a:gd name="T1" fmla="*/ 547 h 650"/>
              <a:gd name="T2" fmla="*/ 221 w 707"/>
              <a:gd name="T3" fmla="*/ 325 h 650"/>
              <a:gd name="T4" fmla="*/ 0 w 707"/>
              <a:gd name="T5" fmla="*/ 88 h 650"/>
              <a:gd name="T6" fmla="*/ 89 w 707"/>
              <a:gd name="T7" fmla="*/ 0 h 650"/>
              <a:gd name="T8" fmla="*/ 413 w 707"/>
              <a:gd name="T9" fmla="*/ 325 h 650"/>
              <a:gd name="T10" fmla="*/ 89 w 707"/>
              <a:gd name="T11" fmla="*/ 650 h 650"/>
              <a:gd name="T12" fmla="*/ 0 w 707"/>
              <a:gd name="T13" fmla="*/ 547 h 650"/>
              <a:gd name="T14" fmla="*/ 383 w 707"/>
              <a:gd name="T15" fmla="*/ 0 h 650"/>
              <a:gd name="T16" fmla="*/ 707 w 707"/>
              <a:gd name="T17" fmla="*/ 325 h 650"/>
              <a:gd name="T18" fmla="*/ 383 w 707"/>
              <a:gd name="T19" fmla="*/ 650 h 650"/>
              <a:gd name="T20" fmla="*/ 295 w 707"/>
              <a:gd name="T21" fmla="*/ 547 h 650"/>
              <a:gd name="T22" fmla="*/ 531 w 707"/>
              <a:gd name="T23" fmla="*/ 325 h 650"/>
              <a:gd name="T24" fmla="*/ 295 w 707"/>
              <a:gd name="T25" fmla="*/ 88 h 650"/>
              <a:gd name="T26" fmla="*/ 383 w 707"/>
              <a:gd name="T27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07" h="650">
                <a:moveTo>
                  <a:pt x="0" y="547"/>
                </a:moveTo>
                <a:lnTo>
                  <a:pt x="221" y="325"/>
                </a:lnTo>
                <a:lnTo>
                  <a:pt x="0" y="88"/>
                </a:lnTo>
                <a:lnTo>
                  <a:pt x="89" y="0"/>
                </a:lnTo>
                <a:lnTo>
                  <a:pt x="413" y="325"/>
                </a:lnTo>
                <a:lnTo>
                  <a:pt x="89" y="650"/>
                </a:lnTo>
                <a:lnTo>
                  <a:pt x="0" y="547"/>
                </a:lnTo>
                <a:close/>
                <a:moveTo>
                  <a:pt x="383" y="0"/>
                </a:moveTo>
                <a:lnTo>
                  <a:pt x="707" y="325"/>
                </a:lnTo>
                <a:lnTo>
                  <a:pt x="383" y="650"/>
                </a:lnTo>
                <a:lnTo>
                  <a:pt x="295" y="547"/>
                </a:lnTo>
                <a:lnTo>
                  <a:pt x="531" y="325"/>
                </a:lnTo>
                <a:lnTo>
                  <a:pt x="295" y="88"/>
                </a:lnTo>
                <a:lnTo>
                  <a:pt x="38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0781746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1 &gt; Slide Pictur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FEA1AD13-2C9A-4B99-9D99-CF654A1CE15C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118024" y="450230"/>
            <a:ext cx="5957540" cy="5957540"/>
          </a:xfrm>
          <a:custGeom>
            <a:avLst/>
            <a:gdLst>
              <a:gd name="connsiteX0" fmla="*/ 4134850 w 8269700"/>
              <a:gd name="connsiteY0" fmla="*/ 0 h 8269700"/>
              <a:gd name="connsiteX1" fmla="*/ 8269700 w 8269700"/>
              <a:gd name="connsiteY1" fmla="*/ 4134850 h 8269700"/>
              <a:gd name="connsiteX2" fmla="*/ 4134850 w 8269700"/>
              <a:gd name="connsiteY2" fmla="*/ 8269700 h 8269700"/>
              <a:gd name="connsiteX3" fmla="*/ 0 w 8269700"/>
              <a:gd name="connsiteY3" fmla="*/ 4134850 h 8269700"/>
              <a:gd name="connsiteX4" fmla="*/ 4134850 w 8269700"/>
              <a:gd name="connsiteY4" fmla="*/ 0 h 826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69700" h="8269700">
                <a:moveTo>
                  <a:pt x="4134850" y="0"/>
                </a:moveTo>
                <a:cubicBezTo>
                  <a:pt x="6418465" y="0"/>
                  <a:pt x="8269700" y="1851235"/>
                  <a:pt x="8269700" y="4134850"/>
                </a:cubicBezTo>
                <a:cubicBezTo>
                  <a:pt x="8269700" y="6418465"/>
                  <a:pt x="6418465" y="8269700"/>
                  <a:pt x="4134850" y="8269700"/>
                </a:cubicBezTo>
                <a:cubicBezTo>
                  <a:pt x="1851235" y="8269700"/>
                  <a:pt x="0" y="6418465"/>
                  <a:pt x="0" y="4134850"/>
                </a:cubicBezTo>
                <a:cubicBezTo>
                  <a:pt x="0" y="1851235"/>
                  <a:pt x="1851235" y="0"/>
                  <a:pt x="4134850" y="0"/>
                </a:cubicBez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</a:t>
            </a:r>
          </a:p>
          <a:p>
            <a:pPr marL="0" lvl="0" indent="0" algn="ctr">
              <a:buNone/>
            </a:pPr>
            <a:r>
              <a:rPr lang="en-US" dirty="0"/>
              <a:t>Drag and Drop</a:t>
            </a:r>
          </a:p>
          <a:p>
            <a:pPr marL="0" lv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542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#1 &gt; Contac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1517483" y="2281563"/>
            <a:ext cx="5363715" cy="23679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spcAft>
                <a:spcPts val="6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contact details</a:t>
            </a:r>
            <a:endParaRPr lang="fr-CH" dirty="0"/>
          </a:p>
        </p:txBody>
      </p:sp>
      <p:pic>
        <p:nvPicPr>
          <p:cNvPr id="7" name="Picture 6">
            <a:hlinkClick r:id="rId2"/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697" y="3891179"/>
            <a:ext cx="720000" cy="720000"/>
          </a:xfrm>
          <a:prstGeom prst="ellipse">
            <a:avLst/>
          </a:prstGeom>
        </p:spPr>
      </p:pic>
      <p:pic>
        <p:nvPicPr>
          <p:cNvPr id="8" name="Picture 7">
            <a:hlinkClick r:id="rId4"/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697" y="2872834"/>
            <a:ext cx="720000" cy="720000"/>
          </a:xfrm>
          <a:prstGeom prst="ellipse">
            <a:avLst/>
          </a:prstGeom>
        </p:spPr>
      </p:pic>
      <p:pic>
        <p:nvPicPr>
          <p:cNvPr id="15" name="Picture 14">
            <a:hlinkClick r:id="rId6"/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143" y="2872834"/>
            <a:ext cx="720000" cy="720000"/>
          </a:xfrm>
          <a:prstGeom prst="ellipse">
            <a:avLst/>
          </a:prstGeom>
        </p:spPr>
      </p:pic>
      <p:pic>
        <p:nvPicPr>
          <p:cNvPr id="16" name="Picture 15">
            <a:hlinkClick r:id="rId8"/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179" y="3891179"/>
            <a:ext cx="720000" cy="720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98066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2 &gt;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96913" y="0"/>
            <a:ext cx="458678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fr-CH" dirty="0"/>
              <a:t> </a:t>
            </a:r>
          </a:p>
          <a:p>
            <a:endParaRPr lang="fr-CH" dirty="0"/>
          </a:p>
          <a:p>
            <a:r>
              <a:rPr lang="fr-CH" dirty="0"/>
              <a:t>insert </a:t>
            </a:r>
            <a:r>
              <a:rPr lang="fr-CH" dirty="0" err="1"/>
              <a:t>picture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522627" y="2173393"/>
            <a:ext cx="5846992" cy="81841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F7BA31D7-C735-456F-99B4-7CBC14D4C42E}"/>
              </a:ext>
            </a:extLst>
          </p:cNvPr>
          <p:cNvSpPr>
            <a:spLocks noEditPoints="1"/>
          </p:cNvSpPr>
          <p:nvPr userDrawn="1"/>
        </p:nvSpPr>
        <p:spPr bwMode="auto">
          <a:xfrm rot="10800000" flipH="1">
            <a:off x="5522627" y="1360714"/>
            <a:ext cx="574846" cy="528501"/>
          </a:xfrm>
          <a:custGeom>
            <a:avLst/>
            <a:gdLst>
              <a:gd name="T0" fmla="*/ 0 w 707"/>
              <a:gd name="T1" fmla="*/ 547 h 650"/>
              <a:gd name="T2" fmla="*/ 221 w 707"/>
              <a:gd name="T3" fmla="*/ 325 h 650"/>
              <a:gd name="T4" fmla="*/ 0 w 707"/>
              <a:gd name="T5" fmla="*/ 88 h 650"/>
              <a:gd name="T6" fmla="*/ 89 w 707"/>
              <a:gd name="T7" fmla="*/ 0 h 650"/>
              <a:gd name="T8" fmla="*/ 413 w 707"/>
              <a:gd name="T9" fmla="*/ 325 h 650"/>
              <a:gd name="T10" fmla="*/ 89 w 707"/>
              <a:gd name="T11" fmla="*/ 650 h 650"/>
              <a:gd name="T12" fmla="*/ 0 w 707"/>
              <a:gd name="T13" fmla="*/ 547 h 650"/>
              <a:gd name="T14" fmla="*/ 383 w 707"/>
              <a:gd name="T15" fmla="*/ 0 h 650"/>
              <a:gd name="T16" fmla="*/ 707 w 707"/>
              <a:gd name="T17" fmla="*/ 325 h 650"/>
              <a:gd name="T18" fmla="*/ 383 w 707"/>
              <a:gd name="T19" fmla="*/ 650 h 650"/>
              <a:gd name="T20" fmla="*/ 295 w 707"/>
              <a:gd name="T21" fmla="*/ 547 h 650"/>
              <a:gd name="T22" fmla="*/ 531 w 707"/>
              <a:gd name="T23" fmla="*/ 325 h 650"/>
              <a:gd name="T24" fmla="*/ 295 w 707"/>
              <a:gd name="T25" fmla="*/ 88 h 650"/>
              <a:gd name="T26" fmla="*/ 383 w 707"/>
              <a:gd name="T27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07" h="650">
                <a:moveTo>
                  <a:pt x="0" y="547"/>
                </a:moveTo>
                <a:lnTo>
                  <a:pt x="221" y="325"/>
                </a:lnTo>
                <a:lnTo>
                  <a:pt x="0" y="88"/>
                </a:lnTo>
                <a:lnTo>
                  <a:pt x="89" y="0"/>
                </a:lnTo>
                <a:lnTo>
                  <a:pt x="413" y="325"/>
                </a:lnTo>
                <a:lnTo>
                  <a:pt x="89" y="650"/>
                </a:lnTo>
                <a:lnTo>
                  <a:pt x="0" y="547"/>
                </a:lnTo>
                <a:close/>
                <a:moveTo>
                  <a:pt x="383" y="0"/>
                </a:moveTo>
                <a:lnTo>
                  <a:pt x="707" y="325"/>
                </a:lnTo>
                <a:lnTo>
                  <a:pt x="383" y="650"/>
                </a:lnTo>
                <a:lnTo>
                  <a:pt x="295" y="547"/>
                </a:lnTo>
                <a:lnTo>
                  <a:pt x="531" y="325"/>
                </a:lnTo>
                <a:lnTo>
                  <a:pt x="295" y="88"/>
                </a:lnTo>
                <a:lnTo>
                  <a:pt x="38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US" sz="60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1"/>
          </p:nvPr>
        </p:nvSpPr>
        <p:spPr>
          <a:xfrm>
            <a:off x="5522913" y="3511686"/>
            <a:ext cx="1800000" cy="20843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Aft>
                <a:spcPts val="600"/>
              </a:spcAft>
              <a:buNone/>
              <a:defRPr sz="1800"/>
            </a:lvl1pPr>
            <a:lvl2pPr marL="457200" indent="0" algn="l">
              <a:buNone/>
              <a:defRPr sz="18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800"/>
            </a:lvl4pPr>
            <a:lvl5pPr marL="1828800" indent="0" algn="l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7546266" y="3511686"/>
            <a:ext cx="1800000" cy="20843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Aft>
                <a:spcPts val="600"/>
              </a:spcAft>
              <a:buNone/>
              <a:defRPr sz="1800"/>
            </a:lvl1pPr>
            <a:lvl2pPr marL="457200" indent="0" algn="l">
              <a:buNone/>
              <a:defRPr sz="18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800"/>
            </a:lvl4pPr>
            <a:lvl5pPr marL="1828800" indent="0" algn="l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9569619" y="3511686"/>
            <a:ext cx="1800000" cy="20843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Aft>
                <a:spcPts val="600"/>
              </a:spcAft>
              <a:buNone/>
              <a:defRPr sz="1800"/>
            </a:lvl1pPr>
            <a:lvl2pPr marL="457200" indent="0" algn="l">
              <a:buNone/>
              <a:defRPr sz="18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800"/>
            </a:lvl4pPr>
            <a:lvl5pPr marL="1828800" indent="0" algn="l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5522912" y="3155233"/>
            <a:ext cx="1800000" cy="309958"/>
          </a:xfrm>
          <a:noFill/>
        </p:spPr>
        <p:txBody>
          <a:bodyPr wrap="square" lIns="90000" tIns="46800" rIns="90000" bIns="46800" rtlCol="0" anchor="b" anchorCtr="0">
            <a:noAutofit/>
          </a:bodyPr>
          <a:lstStyle>
            <a:lvl1pPr marL="0" indent="0">
              <a:spcAft>
                <a:spcPts val="0"/>
              </a:spcAft>
              <a:buNone/>
              <a:defRPr lang="en-US" sz="1400" b="1" baseline="0" smtClean="0">
                <a:solidFill>
                  <a:schemeClr val="bg2"/>
                </a:solidFill>
              </a:defRPr>
            </a:lvl1pPr>
            <a:lvl2pPr>
              <a:defRPr lang="en-US" sz="900" smtClean="0">
                <a:latin typeface="+mn-lt"/>
              </a:defRPr>
            </a:lvl2pPr>
            <a:lvl3pPr>
              <a:defRPr lang="en-US" sz="900" smtClean="0">
                <a:latin typeface="+mn-lt"/>
              </a:defRPr>
            </a:lvl3pPr>
            <a:lvl4pPr>
              <a:defRPr lang="en-US" sz="900" smtClean="0">
                <a:latin typeface="+mn-lt"/>
              </a:defRPr>
            </a:lvl4pPr>
            <a:lvl5pPr>
              <a:defRPr lang="en-US" sz="900">
                <a:latin typeface="+mn-lt"/>
              </a:defRPr>
            </a:lvl5pPr>
          </a:lstStyle>
          <a:p>
            <a:pPr marL="0" lvl="0" defTabSz="228600"/>
            <a:r>
              <a:rPr lang="en-US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7546975" y="3196042"/>
            <a:ext cx="1800000" cy="288000"/>
          </a:xfrm>
        </p:spPr>
        <p:txBody>
          <a:bodyPr lIns="90000" tIns="46800" rIns="90000" bIns="46800" anchor="b" anchorCtr="0">
            <a:noAutofit/>
          </a:bodyPr>
          <a:lstStyle>
            <a:lvl1pPr marL="0" indent="0">
              <a:spcAft>
                <a:spcPts val="0"/>
              </a:spcAft>
              <a:buNone/>
              <a:defRPr lang="en-US" sz="1400" b="1" kern="1200" baseline="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9570981" y="3196042"/>
            <a:ext cx="1800000" cy="288000"/>
          </a:xfrm>
        </p:spPr>
        <p:txBody>
          <a:bodyPr lIns="90000" tIns="46800" rIns="90000" bIns="46800" anchor="b" anchorCtr="0">
            <a:noAutofit/>
          </a:bodyPr>
          <a:lstStyle>
            <a:lvl1pPr marL="0" indent="0">
              <a:spcAft>
                <a:spcPts val="0"/>
              </a:spcAft>
              <a:buNone/>
              <a:defRPr lang="en-US" sz="1400" b="1" kern="1200" baseline="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3993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2 &gt; Mosa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6AE8812-B0BB-4D98-AA9C-35BDA1CAEDD9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1162845" y="250417"/>
            <a:ext cx="9867900" cy="6393550"/>
          </a:xfrm>
          <a:custGeom>
            <a:avLst/>
            <a:gdLst>
              <a:gd name="connsiteX0" fmla="*/ 12143513 w 19735799"/>
              <a:gd name="connsiteY0" fmla="*/ 9240409 h 12787099"/>
              <a:gd name="connsiteX1" fmla="*/ 15685269 w 19735799"/>
              <a:gd name="connsiteY1" fmla="*/ 9240409 h 12787099"/>
              <a:gd name="connsiteX2" fmla="*/ 15685269 w 19735799"/>
              <a:gd name="connsiteY2" fmla="*/ 12787099 h 12787099"/>
              <a:gd name="connsiteX3" fmla="*/ 12143513 w 19735799"/>
              <a:gd name="connsiteY3" fmla="*/ 12787099 h 12787099"/>
              <a:gd name="connsiteX4" fmla="*/ 4050531 w 19735799"/>
              <a:gd name="connsiteY4" fmla="*/ 9240409 h 12787099"/>
              <a:gd name="connsiteX5" fmla="*/ 7592284 w 19735799"/>
              <a:gd name="connsiteY5" fmla="*/ 9240409 h 12787099"/>
              <a:gd name="connsiteX6" fmla="*/ 7592284 w 19735799"/>
              <a:gd name="connsiteY6" fmla="*/ 12787099 h 12787099"/>
              <a:gd name="connsiteX7" fmla="*/ 4050531 w 19735799"/>
              <a:gd name="connsiteY7" fmla="*/ 12787099 h 12787099"/>
              <a:gd name="connsiteX8" fmla="*/ 16194043 w 19735799"/>
              <a:gd name="connsiteY8" fmla="*/ 8110925 h 12787099"/>
              <a:gd name="connsiteX9" fmla="*/ 19735799 w 19735799"/>
              <a:gd name="connsiteY9" fmla="*/ 8110925 h 12787099"/>
              <a:gd name="connsiteX10" fmla="*/ 19735799 w 19735799"/>
              <a:gd name="connsiteY10" fmla="*/ 11657615 h 12787099"/>
              <a:gd name="connsiteX11" fmla="*/ 16194043 w 19735799"/>
              <a:gd name="connsiteY11" fmla="*/ 11657615 h 12787099"/>
              <a:gd name="connsiteX12" fmla="*/ 8092984 w 19735799"/>
              <a:gd name="connsiteY12" fmla="*/ 8110925 h 12787099"/>
              <a:gd name="connsiteX13" fmla="*/ 11634740 w 19735799"/>
              <a:gd name="connsiteY13" fmla="*/ 8110925 h 12787099"/>
              <a:gd name="connsiteX14" fmla="*/ 11634740 w 19735799"/>
              <a:gd name="connsiteY14" fmla="*/ 11657615 h 12787099"/>
              <a:gd name="connsiteX15" fmla="*/ 8092984 w 19735799"/>
              <a:gd name="connsiteY15" fmla="*/ 11657615 h 12787099"/>
              <a:gd name="connsiteX16" fmla="*/ 0 w 19735799"/>
              <a:gd name="connsiteY16" fmla="*/ 8110925 h 12787099"/>
              <a:gd name="connsiteX17" fmla="*/ 3541757 w 19735799"/>
              <a:gd name="connsiteY17" fmla="*/ 8110925 h 12787099"/>
              <a:gd name="connsiteX18" fmla="*/ 3541757 w 19735799"/>
              <a:gd name="connsiteY18" fmla="*/ 11657615 h 12787099"/>
              <a:gd name="connsiteX19" fmla="*/ 0 w 19735799"/>
              <a:gd name="connsiteY19" fmla="*/ 11657615 h 12787099"/>
              <a:gd name="connsiteX20" fmla="*/ 12143513 w 19735799"/>
              <a:gd name="connsiteY20" fmla="*/ 5184948 h 12787099"/>
              <a:gd name="connsiteX21" fmla="*/ 15685269 w 19735799"/>
              <a:gd name="connsiteY21" fmla="*/ 5184948 h 12787099"/>
              <a:gd name="connsiteX22" fmla="*/ 15685269 w 19735799"/>
              <a:gd name="connsiteY22" fmla="*/ 8731636 h 12787099"/>
              <a:gd name="connsiteX23" fmla="*/ 12143513 w 19735799"/>
              <a:gd name="connsiteY23" fmla="*/ 8731636 h 12787099"/>
              <a:gd name="connsiteX24" fmla="*/ 4050531 w 19735799"/>
              <a:gd name="connsiteY24" fmla="*/ 5184948 h 12787099"/>
              <a:gd name="connsiteX25" fmla="*/ 7592284 w 19735799"/>
              <a:gd name="connsiteY25" fmla="*/ 5184948 h 12787099"/>
              <a:gd name="connsiteX26" fmla="*/ 7592284 w 19735799"/>
              <a:gd name="connsiteY26" fmla="*/ 8731636 h 12787099"/>
              <a:gd name="connsiteX27" fmla="*/ 4050531 w 19735799"/>
              <a:gd name="connsiteY27" fmla="*/ 8731636 h 12787099"/>
              <a:gd name="connsiteX28" fmla="*/ 16194043 w 19735799"/>
              <a:gd name="connsiteY28" fmla="*/ 4055463 h 12787099"/>
              <a:gd name="connsiteX29" fmla="*/ 19735799 w 19735799"/>
              <a:gd name="connsiteY29" fmla="*/ 4055463 h 12787099"/>
              <a:gd name="connsiteX30" fmla="*/ 19735799 w 19735799"/>
              <a:gd name="connsiteY30" fmla="*/ 7602152 h 12787099"/>
              <a:gd name="connsiteX31" fmla="*/ 16194043 w 19735799"/>
              <a:gd name="connsiteY31" fmla="*/ 7602152 h 12787099"/>
              <a:gd name="connsiteX32" fmla="*/ 1 w 19735799"/>
              <a:gd name="connsiteY32" fmla="*/ 4055463 h 12787099"/>
              <a:gd name="connsiteX33" fmla="*/ 3541757 w 19735799"/>
              <a:gd name="connsiteY33" fmla="*/ 4055463 h 12787099"/>
              <a:gd name="connsiteX34" fmla="*/ 3541757 w 19735799"/>
              <a:gd name="connsiteY34" fmla="*/ 7602152 h 12787099"/>
              <a:gd name="connsiteX35" fmla="*/ 1 w 19735799"/>
              <a:gd name="connsiteY35" fmla="*/ 7602152 h 12787099"/>
              <a:gd name="connsiteX36" fmla="*/ 12143513 w 19735799"/>
              <a:gd name="connsiteY36" fmla="*/ 1129485 h 12787099"/>
              <a:gd name="connsiteX37" fmla="*/ 15685269 w 19735799"/>
              <a:gd name="connsiteY37" fmla="*/ 1129485 h 12787099"/>
              <a:gd name="connsiteX38" fmla="*/ 15685269 w 19735799"/>
              <a:gd name="connsiteY38" fmla="*/ 4676174 h 12787099"/>
              <a:gd name="connsiteX39" fmla="*/ 12143513 w 19735799"/>
              <a:gd name="connsiteY39" fmla="*/ 4676174 h 12787099"/>
              <a:gd name="connsiteX40" fmla="*/ 4050534 w 19735799"/>
              <a:gd name="connsiteY40" fmla="*/ 1129485 h 12787099"/>
              <a:gd name="connsiteX41" fmla="*/ 7592284 w 19735799"/>
              <a:gd name="connsiteY41" fmla="*/ 1129485 h 12787099"/>
              <a:gd name="connsiteX42" fmla="*/ 7592284 w 19735799"/>
              <a:gd name="connsiteY42" fmla="*/ 4676174 h 12787099"/>
              <a:gd name="connsiteX43" fmla="*/ 4050534 w 19735799"/>
              <a:gd name="connsiteY43" fmla="*/ 4676174 h 12787099"/>
              <a:gd name="connsiteX44" fmla="*/ 8092984 w 19735799"/>
              <a:gd name="connsiteY44" fmla="*/ 1 h 12787099"/>
              <a:gd name="connsiteX45" fmla="*/ 11634740 w 19735799"/>
              <a:gd name="connsiteY45" fmla="*/ 1 h 12787099"/>
              <a:gd name="connsiteX46" fmla="*/ 11634740 w 19735799"/>
              <a:gd name="connsiteY46" fmla="*/ 3546690 h 12787099"/>
              <a:gd name="connsiteX47" fmla="*/ 8092984 w 19735799"/>
              <a:gd name="connsiteY47" fmla="*/ 3546690 h 12787099"/>
              <a:gd name="connsiteX48" fmla="*/ 2 w 19735799"/>
              <a:gd name="connsiteY48" fmla="*/ 1 h 12787099"/>
              <a:gd name="connsiteX49" fmla="*/ 3541760 w 19735799"/>
              <a:gd name="connsiteY49" fmla="*/ 1 h 12787099"/>
              <a:gd name="connsiteX50" fmla="*/ 3541760 w 19735799"/>
              <a:gd name="connsiteY50" fmla="*/ 3546690 h 12787099"/>
              <a:gd name="connsiteX51" fmla="*/ 2 w 19735799"/>
              <a:gd name="connsiteY51" fmla="*/ 3546690 h 12787099"/>
              <a:gd name="connsiteX52" fmla="*/ 16194043 w 19735799"/>
              <a:gd name="connsiteY52" fmla="*/ 0 h 12787099"/>
              <a:gd name="connsiteX53" fmla="*/ 19735799 w 19735799"/>
              <a:gd name="connsiteY53" fmla="*/ 0 h 12787099"/>
              <a:gd name="connsiteX54" fmla="*/ 19735799 w 19735799"/>
              <a:gd name="connsiteY54" fmla="*/ 3546690 h 12787099"/>
              <a:gd name="connsiteX55" fmla="*/ 16194043 w 19735799"/>
              <a:gd name="connsiteY55" fmla="*/ 3546690 h 1278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9735799" h="12787099">
                <a:moveTo>
                  <a:pt x="12143513" y="9240409"/>
                </a:moveTo>
                <a:lnTo>
                  <a:pt x="15685269" y="9240409"/>
                </a:lnTo>
                <a:lnTo>
                  <a:pt x="15685269" y="12787099"/>
                </a:lnTo>
                <a:lnTo>
                  <a:pt x="12143513" y="12787099"/>
                </a:lnTo>
                <a:close/>
                <a:moveTo>
                  <a:pt x="4050531" y="9240409"/>
                </a:moveTo>
                <a:lnTo>
                  <a:pt x="7592284" y="9240409"/>
                </a:lnTo>
                <a:lnTo>
                  <a:pt x="7592284" y="12787099"/>
                </a:lnTo>
                <a:lnTo>
                  <a:pt x="4050531" y="12787099"/>
                </a:lnTo>
                <a:close/>
                <a:moveTo>
                  <a:pt x="16194043" y="8110925"/>
                </a:moveTo>
                <a:lnTo>
                  <a:pt x="19735799" y="8110925"/>
                </a:lnTo>
                <a:lnTo>
                  <a:pt x="19735799" y="11657615"/>
                </a:lnTo>
                <a:lnTo>
                  <a:pt x="16194043" y="11657615"/>
                </a:lnTo>
                <a:close/>
                <a:moveTo>
                  <a:pt x="8092984" y="8110925"/>
                </a:moveTo>
                <a:lnTo>
                  <a:pt x="11634740" y="8110925"/>
                </a:lnTo>
                <a:lnTo>
                  <a:pt x="11634740" y="11657615"/>
                </a:lnTo>
                <a:lnTo>
                  <a:pt x="8092984" y="11657615"/>
                </a:lnTo>
                <a:close/>
                <a:moveTo>
                  <a:pt x="0" y="8110925"/>
                </a:moveTo>
                <a:lnTo>
                  <a:pt x="3541757" y="8110925"/>
                </a:lnTo>
                <a:lnTo>
                  <a:pt x="3541757" y="11657615"/>
                </a:lnTo>
                <a:lnTo>
                  <a:pt x="0" y="11657615"/>
                </a:lnTo>
                <a:close/>
                <a:moveTo>
                  <a:pt x="12143513" y="5184948"/>
                </a:moveTo>
                <a:lnTo>
                  <a:pt x="15685269" y="5184948"/>
                </a:lnTo>
                <a:lnTo>
                  <a:pt x="15685269" y="8731636"/>
                </a:lnTo>
                <a:lnTo>
                  <a:pt x="12143513" y="8731636"/>
                </a:lnTo>
                <a:close/>
                <a:moveTo>
                  <a:pt x="4050531" y="5184948"/>
                </a:moveTo>
                <a:lnTo>
                  <a:pt x="7592284" y="5184948"/>
                </a:lnTo>
                <a:lnTo>
                  <a:pt x="7592284" y="8731636"/>
                </a:lnTo>
                <a:lnTo>
                  <a:pt x="4050531" y="8731636"/>
                </a:lnTo>
                <a:close/>
                <a:moveTo>
                  <a:pt x="16194043" y="4055463"/>
                </a:moveTo>
                <a:lnTo>
                  <a:pt x="19735799" y="4055463"/>
                </a:lnTo>
                <a:lnTo>
                  <a:pt x="19735799" y="7602152"/>
                </a:lnTo>
                <a:lnTo>
                  <a:pt x="16194043" y="7602152"/>
                </a:lnTo>
                <a:close/>
                <a:moveTo>
                  <a:pt x="1" y="4055463"/>
                </a:moveTo>
                <a:lnTo>
                  <a:pt x="3541757" y="4055463"/>
                </a:lnTo>
                <a:lnTo>
                  <a:pt x="3541757" y="7602152"/>
                </a:lnTo>
                <a:lnTo>
                  <a:pt x="1" y="7602152"/>
                </a:lnTo>
                <a:close/>
                <a:moveTo>
                  <a:pt x="12143513" y="1129485"/>
                </a:moveTo>
                <a:lnTo>
                  <a:pt x="15685269" y="1129485"/>
                </a:lnTo>
                <a:lnTo>
                  <a:pt x="15685269" y="4676174"/>
                </a:lnTo>
                <a:lnTo>
                  <a:pt x="12143513" y="4676174"/>
                </a:lnTo>
                <a:close/>
                <a:moveTo>
                  <a:pt x="4050534" y="1129485"/>
                </a:moveTo>
                <a:lnTo>
                  <a:pt x="7592284" y="1129485"/>
                </a:lnTo>
                <a:lnTo>
                  <a:pt x="7592284" y="4676174"/>
                </a:lnTo>
                <a:lnTo>
                  <a:pt x="4050534" y="4676174"/>
                </a:lnTo>
                <a:close/>
                <a:moveTo>
                  <a:pt x="8092984" y="1"/>
                </a:moveTo>
                <a:lnTo>
                  <a:pt x="11634740" y="1"/>
                </a:lnTo>
                <a:lnTo>
                  <a:pt x="11634740" y="3546690"/>
                </a:lnTo>
                <a:lnTo>
                  <a:pt x="8092984" y="3546690"/>
                </a:lnTo>
                <a:close/>
                <a:moveTo>
                  <a:pt x="2" y="1"/>
                </a:moveTo>
                <a:lnTo>
                  <a:pt x="3541760" y="1"/>
                </a:lnTo>
                <a:lnTo>
                  <a:pt x="3541760" y="3546690"/>
                </a:lnTo>
                <a:lnTo>
                  <a:pt x="2" y="3546690"/>
                </a:lnTo>
                <a:close/>
                <a:moveTo>
                  <a:pt x="16194043" y="0"/>
                </a:moveTo>
                <a:lnTo>
                  <a:pt x="19735799" y="0"/>
                </a:lnTo>
                <a:lnTo>
                  <a:pt x="19735799" y="3546690"/>
                </a:lnTo>
                <a:lnTo>
                  <a:pt x="16194043" y="354669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85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#2 &gt; Pictur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3588" cy="6858000"/>
          </a:xfrm>
        </p:spPr>
        <p:txBody>
          <a:bodyPr anchor="ctr" anchorCtr="1"/>
          <a:lstStyle>
            <a:lvl1pPr marL="0" indent="0">
              <a:buNone/>
              <a:defRPr/>
            </a:lvl1pPr>
          </a:lstStyle>
          <a:p>
            <a:r>
              <a:rPr lang="fr-CH" dirty="0"/>
              <a:t>Insert </a:t>
            </a:r>
            <a:r>
              <a:rPr lang="fr-CH" dirty="0" err="1"/>
              <a:t>picture</a:t>
            </a:r>
            <a:endParaRPr lang="fr-CH" dirty="0"/>
          </a:p>
          <a:p>
            <a:endParaRPr lang="fr-CH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5087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2 &gt; Pictur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0EE9B1B-489F-4DDC-9BC1-3A2465FC1A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2324" y="0"/>
            <a:ext cx="3512327" cy="6858000"/>
          </a:xfrm>
          <a:custGeom>
            <a:avLst/>
            <a:gdLst>
              <a:gd name="connsiteX0" fmla="*/ 0 w 7024653"/>
              <a:gd name="connsiteY0" fmla="*/ 0 h 13716000"/>
              <a:gd name="connsiteX1" fmla="*/ 7024653 w 7024653"/>
              <a:gd name="connsiteY1" fmla="*/ 0 h 13716000"/>
              <a:gd name="connsiteX2" fmla="*/ 7024653 w 7024653"/>
              <a:gd name="connsiteY2" fmla="*/ 13716000 h 13716000"/>
              <a:gd name="connsiteX3" fmla="*/ 0 w 7024653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4653" h="13716000">
                <a:moveTo>
                  <a:pt x="0" y="0"/>
                </a:moveTo>
                <a:lnTo>
                  <a:pt x="7024653" y="0"/>
                </a:lnTo>
                <a:lnTo>
                  <a:pt x="7024653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D175D46-B4D5-4D6D-92B2-52F4DE46BF0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40631" y="0"/>
            <a:ext cx="3512327" cy="6858000"/>
          </a:xfrm>
          <a:custGeom>
            <a:avLst/>
            <a:gdLst>
              <a:gd name="connsiteX0" fmla="*/ 0 w 7024653"/>
              <a:gd name="connsiteY0" fmla="*/ 0 h 13716000"/>
              <a:gd name="connsiteX1" fmla="*/ 7024653 w 7024653"/>
              <a:gd name="connsiteY1" fmla="*/ 0 h 13716000"/>
              <a:gd name="connsiteX2" fmla="*/ 7024653 w 7024653"/>
              <a:gd name="connsiteY2" fmla="*/ 13716000 h 13716000"/>
              <a:gd name="connsiteX3" fmla="*/ 0 w 7024653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4653" h="13716000">
                <a:moveTo>
                  <a:pt x="0" y="0"/>
                </a:moveTo>
                <a:lnTo>
                  <a:pt x="7024653" y="0"/>
                </a:lnTo>
                <a:lnTo>
                  <a:pt x="7024653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ED9DB4-37C7-4F3B-904C-EF3C82D3941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80368" y="0"/>
            <a:ext cx="3512327" cy="6858000"/>
          </a:xfrm>
          <a:custGeom>
            <a:avLst/>
            <a:gdLst>
              <a:gd name="connsiteX0" fmla="*/ 0 w 7024653"/>
              <a:gd name="connsiteY0" fmla="*/ 0 h 13716000"/>
              <a:gd name="connsiteX1" fmla="*/ 7024653 w 7024653"/>
              <a:gd name="connsiteY1" fmla="*/ 0 h 13716000"/>
              <a:gd name="connsiteX2" fmla="*/ 7024653 w 7024653"/>
              <a:gd name="connsiteY2" fmla="*/ 13716000 h 13716000"/>
              <a:gd name="connsiteX3" fmla="*/ 0 w 7024653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4653" h="13716000">
                <a:moveTo>
                  <a:pt x="0" y="0"/>
                </a:moveTo>
                <a:lnTo>
                  <a:pt x="7024653" y="0"/>
                </a:lnTo>
                <a:lnTo>
                  <a:pt x="7024653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18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2 &gt; Layou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A211FA7-0CDE-4ED5-B916-4BC3E6FDFC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1504" y="0"/>
            <a:ext cx="2647950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</a:t>
            </a:r>
          </a:p>
          <a:p>
            <a:pPr marL="0" lvl="0" indent="0" algn="ctr">
              <a:buNone/>
            </a:pPr>
            <a:r>
              <a:rPr lang="en-US" dirty="0"/>
              <a:t>Drag and Drop</a:t>
            </a:r>
          </a:p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0EA16D7C-5DAB-42B1-AE16-E2BEF490B0E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349454" y="0"/>
            <a:ext cx="2647950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74A84ACA-7A5D-49CC-823F-94671ADE9F4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997404" y="0"/>
            <a:ext cx="2647950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46D6EA88-CE13-4084-A841-0ABAA5A209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45354" y="0"/>
            <a:ext cx="2647950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393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Color #1 &gt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99" y="360000"/>
            <a:ext cx="10884625" cy="503590"/>
          </a:xfrm>
        </p:spPr>
        <p:txBody>
          <a:bodyPr vert="horz" wrap="square" lIns="0" tIns="36000" rIns="0" bIns="36000" rtlCol="0" anchor="t" anchorCtr="0">
            <a:spAutoFit/>
          </a:bodyPr>
          <a:lstStyle>
            <a:lvl1pPr>
              <a:lnSpc>
                <a:spcPct val="110000"/>
              </a:lnSpc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61681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1 &gt;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6192000" y="1152000"/>
            <a:ext cx="5400675" cy="5040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1"/>
          </p:nvPr>
        </p:nvSpPr>
        <p:spPr>
          <a:xfrm>
            <a:off x="720000" y="1152000"/>
            <a:ext cx="5400675" cy="5040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98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Color #1 &gt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5038618" cy="503590"/>
          </a:xfrm>
        </p:spPr>
        <p:txBody>
          <a:bodyPr vert="horz" wrap="square" lIns="0" tIns="36000" rIns="0" bIns="36000" rtlCol="0" anchor="t" anchorCtr="0">
            <a:spAutoFit/>
          </a:bodyPr>
          <a:lstStyle>
            <a:lvl1pPr>
              <a:lnSpc>
                <a:spcPct val="110000"/>
              </a:lnSpc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86101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324000"/>
            <a:ext cx="5038618" cy="503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29367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Color #3 &gt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36000" rIns="0" bIns="36000" rtlCol="0" anchor="t" anchorCtr="0">
            <a:noAutofit/>
          </a:bodyPr>
          <a:lstStyle>
            <a:lvl1pPr>
              <a:lnSpc>
                <a:spcPct val="110000"/>
              </a:lnSpc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19752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Color #4 &gt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5041928" cy="503590"/>
          </a:xfrm>
        </p:spPr>
        <p:txBody>
          <a:bodyPr vert="horz" wrap="square" lIns="0" tIns="36000" rIns="0" bIns="36000" rtlCol="0" anchor="t" anchorCtr="0">
            <a:noAutofit/>
          </a:bodyPr>
          <a:lstStyle>
            <a:lvl1pPr>
              <a:lnSpc>
                <a:spcPct val="110000"/>
              </a:lnSpc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7149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720000" y="360000"/>
            <a:ext cx="10800000" cy="503590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00" y="6480000"/>
            <a:ext cx="1080000" cy="212344"/>
          </a:xfrm>
          <a:prstGeom prst="rect">
            <a:avLst/>
          </a:prstGeom>
        </p:spPr>
      </p:pic>
      <p:sp>
        <p:nvSpPr>
          <p:cNvPr id="20" name="Oval 19"/>
          <p:cNvSpPr/>
          <p:nvPr userDrawn="1"/>
        </p:nvSpPr>
        <p:spPr>
          <a:xfrm>
            <a:off x="11719829" y="3240247"/>
            <a:ext cx="377505" cy="3775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fld id="{B95EBE77-0015-43AC-928E-6D65C631A30C}" type="slidenum">
              <a:rPr lang="en-US" sz="1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ctr"/>
              <a:t>‹#›</a:t>
            </a:fld>
            <a:endParaRPr lang="en-US" sz="14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000" y="1152000"/>
            <a:ext cx="10800000" cy="5040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8595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7" r:id="rId1"/>
    <p:sldLayoutId id="2147483918" r:id="rId2"/>
    <p:sldLayoutId id="2147483964" r:id="rId3"/>
    <p:sldLayoutId id="2147483978" r:id="rId4"/>
    <p:sldLayoutId id="2147483915" r:id="rId5"/>
    <p:sldLayoutId id="2147483969" r:id="rId6"/>
    <p:sldLayoutId id="2147483990" r:id="rId7"/>
    <p:sldLayoutId id="2147483966" r:id="rId8"/>
    <p:sldLayoutId id="2147483910" r:id="rId9"/>
    <p:sldLayoutId id="2147483975" r:id="rId10"/>
    <p:sldLayoutId id="2147483665" r:id="rId11"/>
    <p:sldLayoutId id="2147483985" r:id="rId12"/>
    <p:sldLayoutId id="2147483986" r:id="rId13"/>
    <p:sldLayoutId id="2147483675" r:id="rId14"/>
    <p:sldLayoutId id="2147483976" r:id="rId15"/>
    <p:sldLayoutId id="2147483980" r:id="rId16"/>
    <p:sldLayoutId id="2147483981" r:id="rId17"/>
    <p:sldLayoutId id="2147483982" r:id="rId18"/>
    <p:sldLayoutId id="2147483983" r:id="rId19"/>
    <p:sldLayoutId id="2147483984" r:id="rId20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lang="en-US" sz="2800" b="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lang="en-US" sz="24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83">
          <p15:clr>
            <a:srgbClr val="F26B43"/>
          </p15:clr>
        </p15:guide>
        <p15:guide id="2" pos="384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4156" userDrawn="1">
          <p15:clr>
            <a:srgbClr val="F26B43"/>
          </p15:clr>
        </p15:guide>
        <p15:guide id="5" pos="439">
          <p15:clr>
            <a:srgbClr val="F26B43"/>
          </p15:clr>
        </p15:guide>
        <p15:guide id="6" pos="731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6481384"/>
            <a:ext cx="1080000" cy="210960"/>
          </a:xfrm>
          <a:prstGeom prst="rect">
            <a:avLst/>
          </a:prstGeom>
        </p:spPr>
      </p:pic>
      <p:sp>
        <p:nvSpPr>
          <p:cNvPr id="5" name="Oval 4"/>
          <p:cNvSpPr/>
          <p:nvPr userDrawn="1"/>
        </p:nvSpPr>
        <p:spPr>
          <a:xfrm>
            <a:off x="11719829" y="3240247"/>
            <a:ext cx="377505" cy="37750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fld id="{B95EBE77-0015-43AC-928E-6D65C631A30C}" type="slidenum">
              <a:rPr lang="en-US" sz="1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ctr"/>
              <a:t>‹#›</a:t>
            </a:fld>
            <a:endParaRPr lang="en-US" sz="14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4637" y="365125"/>
            <a:ext cx="10899987" cy="503590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20000" y="1152000"/>
            <a:ext cx="10800000" cy="5040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5285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lang="en-US" sz="2400" b="0" kern="1200" baseline="0" smtClean="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1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pos="439">
          <p15:clr>
            <a:srgbClr val="F26B43"/>
          </p15:clr>
        </p15:guide>
        <p15:guide id="6" pos="731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 userDrawn="1"/>
        </p:nvSpPr>
        <p:spPr>
          <a:xfrm>
            <a:off x="11719829" y="3240247"/>
            <a:ext cx="377505" cy="37750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fld id="{B95EBE77-0015-43AC-928E-6D65C631A30C}" type="slidenum">
              <a:rPr lang="en-US" sz="1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ctr"/>
              <a:t>‹#›</a:t>
            </a:fld>
            <a:endParaRPr lang="en-US" sz="14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5981580" y="365125"/>
            <a:ext cx="456445" cy="45644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bg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6766917" y="365125"/>
            <a:ext cx="456445" cy="4564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7552254" y="365125"/>
            <a:ext cx="456445" cy="4564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bg2">
                  <a:lumMod val="50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8337590" y="365125"/>
            <a:ext cx="456445" cy="4564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bg2">
                  <a:lumMod val="50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9194201" y="365125"/>
            <a:ext cx="456445" cy="45644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bg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9979538" y="365125"/>
            <a:ext cx="456445" cy="4564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10764875" y="365125"/>
            <a:ext cx="456445" cy="45644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bg2">
                  <a:lumMod val="50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11550211" y="365125"/>
            <a:ext cx="456445" cy="4564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bg2">
                  <a:lumMod val="50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4638" y="365125"/>
            <a:ext cx="5038618" cy="503590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20000" y="1152000"/>
            <a:ext cx="10800000" cy="5040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Fifth level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00" y="6480000"/>
            <a:ext cx="1080000" cy="21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2692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8" r:id="rId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lang="en-US" sz="2800" b="0" kern="1200" baseline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lang="en-US" sz="24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1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pos="439">
          <p15:clr>
            <a:srgbClr val="F26B43"/>
          </p15:clr>
        </p15:guide>
        <p15:guide id="6" pos="731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 userDrawn="1"/>
        </p:nvSpPr>
        <p:spPr>
          <a:xfrm>
            <a:off x="11719829" y="3240247"/>
            <a:ext cx="377505" cy="37750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fld id="{B95EBE77-0015-43AC-928E-6D65C631A30C}" type="slidenum">
              <a:rPr lang="en-US" sz="1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ctr"/>
              <a:t>‹#›</a:t>
            </a:fld>
            <a:endParaRPr lang="en-US" sz="14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6048000" y="360000"/>
            <a:ext cx="6025076" cy="456444"/>
            <a:chOff x="5981580" y="360000"/>
            <a:chExt cx="6025076" cy="456444"/>
          </a:xfrm>
        </p:grpSpPr>
        <p:sp>
          <p:nvSpPr>
            <p:cNvPr id="7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5981580" y="360000"/>
              <a:ext cx="456445" cy="45644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6766917" y="360000"/>
              <a:ext cx="456445" cy="45644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7552254" y="360000"/>
              <a:ext cx="456445" cy="4564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8337590" y="360000"/>
              <a:ext cx="456445" cy="4564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9194201" y="360000"/>
              <a:ext cx="456445" cy="45644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9979538" y="360000"/>
              <a:ext cx="456445" cy="45644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0764875" y="360000"/>
              <a:ext cx="456445" cy="45644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1550211" y="360000"/>
              <a:ext cx="456445" cy="45644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5038618" cy="503590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152000"/>
            <a:ext cx="10800000" cy="5040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Fifth level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00" y="6480000"/>
            <a:ext cx="1080000" cy="21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311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4" r:id="rId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lang="en-US" sz="2800" b="0" kern="1200" baseline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1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pos="439">
          <p15:clr>
            <a:srgbClr val="F26B43"/>
          </p15:clr>
        </p15:guide>
        <p15:guide id="6" pos="731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 userDrawn="1"/>
        </p:nvSpPr>
        <p:spPr>
          <a:xfrm>
            <a:off x="11719829" y="3240247"/>
            <a:ext cx="377505" cy="37750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fld id="{B95EBE77-0015-43AC-928E-6D65C631A30C}" type="slidenum">
              <a:rPr lang="en-US" sz="1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ctr"/>
              <a:t>‹#›</a:t>
            </a:fld>
            <a:endParaRPr lang="en-US" sz="14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6048000" y="360000"/>
            <a:ext cx="6025076" cy="456444"/>
            <a:chOff x="6072258" y="360000"/>
            <a:chExt cx="6025076" cy="456444"/>
          </a:xfrm>
        </p:grpSpPr>
        <p:sp>
          <p:nvSpPr>
            <p:cNvPr id="7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6072258" y="360000"/>
              <a:ext cx="456445" cy="45644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6857595" y="360000"/>
              <a:ext cx="456445" cy="45644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7642932" y="360000"/>
              <a:ext cx="456445" cy="4564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8428268" y="360000"/>
              <a:ext cx="456445" cy="4564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9284879" y="360000"/>
              <a:ext cx="456445" cy="45644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0070216" y="360000"/>
              <a:ext cx="456445" cy="45644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0855553" y="360000"/>
              <a:ext cx="456445" cy="45644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1640889" y="360000"/>
              <a:ext cx="456445" cy="45644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5041928" cy="503590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00" y="6480000"/>
            <a:ext cx="1080000" cy="21234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152000"/>
            <a:ext cx="10800000" cy="5040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02240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0" r:id="rId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lang="en-US" sz="2800" b="0" kern="1200" baseline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1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pos="439">
          <p15:clr>
            <a:srgbClr val="F26B43"/>
          </p15:clr>
        </p15:guide>
        <p15:guide id="6" pos="731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 userDrawn="1"/>
        </p:nvSpPr>
        <p:spPr>
          <a:xfrm>
            <a:off x="11719829" y="3240247"/>
            <a:ext cx="377505" cy="37750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fld id="{B95EBE77-0015-43AC-928E-6D65C631A30C}" type="slidenum">
              <a:rPr lang="en-US" sz="1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ctr"/>
              <a:t>‹#›</a:t>
            </a:fld>
            <a:endParaRPr lang="en-US" sz="14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6048000" y="360000"/>
            <a:ext cx="6025076" cy="456444"/>
            <a:chOff x="6072258" y="308731"/>
            <a:chExt cx="6025076" cy="456444"/>
          </a:xfrm>
        </p:grpSpPr>
        <p:sp>
          <p:nvSpPr>
            <p:cNvPr id="7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6072258" y="308731"/>
              <a:ext cx="456445" cy="45644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6857595" y="308731"/>
              <a:ext cx="456445" cy="45644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7642932" y="308731"/>
              <a:ext cx="456445" cy="4564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8428268" y="308731"/>
              <a:ext cx="456445" cy="4564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9284879" y="308731"/>
              <a:ext cx="456445" cy="45644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0070216" y="308731"/>
              <a:ext cx="456445" cy="45644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0855553" y="308731"/>
              <a:ext cx="456445" cy="45644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1640889" y="308731"/>
              <a:ext cx="456445" cy="45644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5041928" cy="503590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00" y="6480000"/>
            <a:ext cx="1080000" cy="21234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152000"/>
            <a:ext cx="10800000" cy="5040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61452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1" r:id="rId1"/>
  </p:sldLayoutIdLst>
  <p:txStyles>
    <p:titleStyle>
      <a:lvl1pPr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None/>
        <a:defRPr lang="en-US" sz="2800" b="0" kern="1200" baseline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1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pos="439">
          <p15:clr>
            <a:srgbClr val="F26B43"/>
          </p15:clr>
        </p15:guide>
        <p15:guide id="6" pos="73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20000" y="2952000"/>
            <a:ext cx="4892235" cy="503590"/>
          </a:xfrm>
        </p:spPr>
        <p:txBody>
          <a:bodyPr/>
          <a:lstStyle/>
          <a:p>
            <a:r>
              <a:rPr lang="fr-CH" dirty="0"/>
              <a:t>CSEM Building block LNOI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/>
              <a:t>Jacopo Leo</a:t>
            </a:r>
          </a:p>
          <a:p>
            <a:r>
              <a:rPr lang="fr-CH" dirty="0"/>
              <a:t>Homa </a:t>
            </a:r>
            <a:r>
              <a:rPr lang="fr-CH" dirty="0" err="1"/>
              <a:t>Zarebidaki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23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Coupler 1x2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70C6C9-BDC1-C26E-9375-A670FC798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30" y="1421071"/>
            <a:ext cx="3909901" cy="14375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11DAAE-CC1A-D15A-F9CE-2D781A9CB290}"/>
              </a:ext>
            </a:extLst>
          </p:cNvPr>
          <p:cNvSpPr txBox="1"/>
          <p:nvPr/>
        </p:nvSpPr>
        <p:spPr>
          <a:xfrm>
            <a:off x="1494441" y="2996966"/>
            <a:ext cx="2986480" cy="8640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dirty="0"/>
              <a:t>Multi mode interferometer (MMI)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1A31F-8AE5-D075-63AD-48FFA684A696}"/>
              </a:ext>
            </a:extLst>
          </p:cNvPr>
          <p:cNvSpPr txBox="1"/>
          <p:nvPr/>
        </p:nvSpPr>
        <p:spPr>
          <a:xfrm>
            <a:off x="6219429" y="2996966"/>
            <a:ext cx="2986480" cy="4697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dirty="0"/>
              <a:t>Y-junction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BA4509-C18B-E146-C330-788081617B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451" r="14137"/>
          <a:stretch/>
        </p:blipFill>
        <p:spPr>
          <a:xfrm>
            <a:off x="5918622" y="1421071"/>
            <a:ext cx="3909901" cy="14387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5E0855-4A3E-788E-D828-9A83D0D95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282" y="4152679"/>
            <a:ext cx="6382139" cy="16510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E39025-9788-6216-E6FB-30903DCFAEEC}"/>
              </a:ext>
            </a:extLst>
          </p:cNvPr>
          <p:cNvSpPr txBox="1"/>
          <p:nvPr/>
        </p:nvSpPr>
        <p:spPr>
          <a:xfrm>
            <a:off x="4020515" y="5912780"/>
            <a:ext cx="2986480" cy="4697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dirty="0"/>
              <a:t>Directional coupler</a:t>
            </a:r>
          </a:p>
        </p:txBody>
      </p:sp>
    </p:spTree>
    <p:extLst>
      <p:ext uri="{BB962C8B-B14F-4D97-AF65-F5344CB8AC3E}">
        <p14:creationId xmlns:p14="http://schemas.microsoft.com/office/powerpoint/2010/main" val="334849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720000" y="1512000"/>
            <a:ext cx="5005391" cy="3764675"/>
          </a:xfrm>
        </p:spPr>
        <p:txBody>
          <a:bodyPr/>
          <a:lstStyle/>
          <a:p>
            <a:r>
              <a:rPr lang="en-US" dirty="0"/>
              <a:t>Parameters:</a:t>
            </a:r>
          </a:p>
          <a:p>
            <a:pPr lvl="1"/>
            <a:r>
              <a:rPr lang="en-US" dirty="0" err="1"/>
              <a:t>waveguide_width</a:t>
            </a:r>
            <a:endParaRPr lang="en-US" dirty="0"/>
          </a:p>
          <a:p>
            <a:pPr lvl="1"/>
            <a:r>
              <a:rPr lang="en-US" dirty="0"/>
              <a:t>length </a:t>
            </a:r>
          </a:p>
          <a:p>
            <a:pPr lvl="1"/>
            <a:r>
              <a:rPr lang="en-US" dirty="0"/>
              <a:t>width</a:t>
            </a:r>
          </a:p>
          <a:p>
            <a:pPr lvl="1"/>
            <a:r>
              <a:rPr lang="en-US" dirty="0" err="1"/>
              <a:t>width_tapper</a:t>
            </a:r>
            <a:endParaRPr lang="en-US" dirty="0"/>
          </a:p>
          <a:p>
            <a:pPr lvl="1"/>
            <a:r>
              <a:rPr lang="en-US" dirty="0" err="1"/>
              <a:t>length_tapper</a:t>
            </a:r>
            <a:endParaRPr lang="en-US" dirty="0"/>
          </a:p>
          <a:p>
            <a:pPr lvl="1"/>
            <a:r>
              <a:rPr lang="en-US" dirty="0"/>
              <a:t>gap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MMI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3111F82-A035-3D88-01F3-086E7DD930EA}"/>
              </a:ext>
            </a:extLst>
          </p:cNvPr>
          <p:cNvGrpSpPr/>
          <p:nvPr/>
        </p:nvGrpSpPr>
        <p:grpSpPr>
          <a:xfrm>
            <a:off x="5188777" y="1249850"/>
            <a:ext cx="5625187" cy="1774485"/>
            <a:chOff x="6046027" y="1373675"/>
            <a:chExt cx="5625187" cy="177448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770C6C9-BDC1-C26E-9375-A670FC798C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20" r="407" b="18391"/>
            <a:stretch/>
          </p:blipFill>
          <p:spPr>
            <a:xfrm>
              <a:off x="6064334" y="1373676"/>
              <a:ext cx="5606880" cy="1774484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6083ECB-F2BA-1178-819B-C6AC97838DE8}"/>
                </a:ext>
              </a:extLst>
            </p:cNvPr>
            <p:cNvCxnSpPr>
              <a:cxnSpLocks/>
            </p:cNvCxnSpPr>
            <p:nvPr/>
          </p:nvCxnSpPr>
          <p:spPr>
            <a:xfrm>
              <a:off x="7840612" y="1963286"/>
              <a:ext cx="2112560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543D5EB-675C-9F99-380A-1BEDDA55AC5C}"/>
                </a:ext>
              </a:extLst>
            </p:cNvPr>
            <p:cNvCxnSpPr>
              <a:cxnSpLocks/>
            </p:cNvCxnSpPr>
            <p:nvPr/>
          </p:nvCxnSpPr>
          <p:spPr>
            <a:xfrm>
              <a:off x="8214871" y="2019875"/>
              <a:ext cx="0" cy="71380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504103F-B317-4F35-018D-B2CCDBFA18AA}"/>
                </a:ext>
              </a:extLst>
            </p:cNvPr>
            <p:cNvCxnSpPr>
              <a:cxnSpLocks/>
            </p:cNvCxnSpPr>
            <p:nvPr/>
          </p:nvCxnSpPr>
          <p:spPr>
            <a:xfrm>
              <a:off x="9954431" y="1958524"/>
              <a:ext cx="1494620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FD3E91C-D025-0832-199C-B8D3979B10C9}"/>
                </a:ext>
              </a:extLst>
            </p:cNvPr>
            <p:cNvCxnSpPr>
              <a:cxnSpLocks/>
            </p:cNvCxnSpPr>
            <p:nvPr/>
          </p:nvCxnSpPr>
          <p:spPr>
            <a:xfrm>
              <a:off x="7827583" y="2265091"/>
              <a:ext cx="0" cy="222188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705A2D6-FAB1-8FC6-4CBF-9289DEDAEFA0}"/>
                </a:ext>
              </a:extLst>
            </p:cNvPr>
            <p:cNvSpPr txBox="1"/>
            <p:nvPr/>
          </p:nvSpPr>
          <p:spPr>
            <a:xfrm>
              <a:off x="8134350" y="1512000"/>
              <a:ext cx="1466850" cy="2131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endParaRPr lang="en-US" sz="18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7828573-6583-5751-FF68-81C320249D69}"/>
                </a:ext>
              </a:extLst>
            </p:cNvPr>
            <p:cNvSpPr txBox="1"/>
            <p:nvPr/>
          </p:nvSpPr>
          <p:spPr>
            <a:xfrm>
              <a:off x="8367712" y="1672720"/>
              <a:ext cx="866775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>
                  <a:solidFill>
                    <a:schemeClr val="bg1"/>
                  </a:solidFill>
                </a:rPr>
                <a:t>length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CB616B0-9AE3-9DF0-659A-CA3DC4FE99B1}"/>
                </a:ext>
              </a:extLst>
            </p:cNvPr>
            <p:cNvSpPr txBox="1"/>
            <p:nvPr/>
          </p:nvSpPr>
          <p:spPr>
            <a:xfrm>
              <a:off x="9899819" y="1650170"/>
              <a:ext cx="1544469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>
                  <a:solidFill>
                    <a:schemeClr val="bg1"/>
                  </a:solidFill>
                </a:rPr>
                <a:t>length_tapper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757BDC0-0F28-FF88-97A4-C0F748382173}"/>
                </a:ext>
              </a:extLst>
            </p:cNvPr>
            <p:cNvSpPr txBox="1"/>
            <p:nvPr/>
          </p:nvSpPr>
          <p:spPr>
            <a:xfrm>
              <a:off x="9899819" y="2196660"/>
              <a:ext cx="615782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>
                  <a:solidFill>
                    <a:schemeClr val="bg1"/>
                  </a:solidFill>
                </a:rPr>
                <a:t>gap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DDB685-FD5C-4059-9F07-07844A4288E8}"/>
                </a:ext>
              </a:extLst>
            </p:cNvPr>
            <p:cNvSpPr txBox="1"/>
            <p:nvPr/>
          </p:nvSpPr>
          <p:spPr>
            <a:xfrm>
              <a:off x="8132510" y="2181366"/>
              <a:ext cx="764382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>
                  <a:solidFill>
                    <a:schemeClr val="bg1"/>
                  </a:solidFill>
                </a:rPr>
                <a:t>width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B4FDADE-4C44-90F8-C5FB-64C375BCF94A}"/>
                </a:ext>
              </a:extLst>
            </p:cNvPr>
            <p:cNvSpPr txBox="1"/>
            <p:nvPr/>
          </p:nvSpPr>
          <p:spPr>
            <a:xfrm>
              <a:off x="6436138" y="2203918"/>
              <a:ext cx="1472159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>
                  <a:solidFill>
                    <a:schemeClr val="bg1"/>
                  </a:solidFill>
                </a:rPr>
                <a:t>width_tapper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88CA683-926F-8C97-BA8D-9C185D093DA3}"/>
                </a:ext>
              </a:extLst>
            </p:cNvPr>
            <p:cNvSpPr txBox="1"/>
            <p:nvPr/>
          </p:nvSpPr>
          <p:spPr>
            <a:xfrm rot="16200000">
              <a:off x="5300466" y="2119236"/>
              <a:ext cx="1774484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>
                  <a:solidFill>
                    <a:schemeClr val="bg1"/>
                  </a:solidFill>
                </a:rPr>
                <a:t>Waveguide_width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0B202A48-3E92-0650-325A-82907B3AB8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7623" y="2291897"/>
              <a:ext cx="6555" cy="158147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3EF5ED5-5546-67E8-8610-D95E70EC91CE}"/>
                </a:ext>
              </a:extLst>
            </p:cNvPr>
            <p:cNvCxnSpPr>
              <a:cxnSpLocks/>
            </p:cNvCxnSpPr>
            <p:nvPr/>
          </p:nvCxnSpPr>
          <p:spPr>
            <a:xfrm>
              <a:off x="9947352" y="2149509"/>
              <a:ext cx="0" cy="442922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9479368-3F18-7583-B898-53BAC7C88D94}"/>
              </a:ext>
            </a:extLst>
          </p:cNvPr>
          <p:cNvSpPr txBox="1"/>
          <p:nvPr/>
        </p:nvSpPr>
        <p:spPr>
          <a:xfrm>
            <a:off x="5360213" y="1868192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a0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B418B3-8DBC-E738-2D12-ED2C4670197A}"/>
              </a:ext>
            </a:extLst>
          </p:cNvPr>
          <p:cNvSpPr txBox="1"/>
          <p:nvPr/>
        </p:nvSpPr>
        <p:spPr>
          <a:xfrm>
            <a:off x="10356695" y="2468606"/>
            <a:ext cx="507198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6E8D21-BC12-F017-2B99-94F0C47EDC93}"/>
              </a:ext>
            </a:extLst>
          </p:cNvPr>
          <p:cNvSpPr txBox="1"/>
          <p:nvPr/>
        </p:nvSpPr>
        <p:spPr>
          <a:xfrm>
            <a:off x="10357746" y="2054287"/>
            <a:ext cx="507198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b1</a:t>
            </a:r>
            <a:endParaRPr 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889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A56658-AC5D-FF54-32D6-4032899A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Y-junction</a:t>
            </a:r>
            <a:br>
              <a:rPr lang="en-US" sz="2800"/>
            </a:b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3ACA692-7B00-52D0-631B-137DA353F6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0000" y="1512000"/>
            <a:ext cx="5005391" cy="4537941"/>
          </a:xfrm>
        </p:spPr>
        <p:txBody>
          <a:bodyPr/>
          <a:lstStyle/>
          <a:p>
            <a:r>
              <a:rPr lang="en-US" dirty="0"/>
              <a:t>Parameters:</a:t>
            </a:r>
          </a:p>
          <a:p>
            <a:pPr lvl="1"/>
            <a:r>
              <a:rPr lang="en-US" dirty="0" err="1"/>
              <a:t>waveguide_width</a:t>
            </a:r>
            <a:endParaRPr lang="en-US" dirty="0"/>
          </a:p>
          <a:p>
            <a:pPr lvl="1"/>
            <a:r>
              <a:rPr lang="en-US" dirty="0"/>
              <a:t>length </a:t>
            </a:r>
          </a:p>
          <a:p>
            <a:pPr lvl="1"/>
            <a:r>
              <a:rPr lang="en-US" dirty="0"/>
              <a:t>gap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1009512-FAD4-798E-2BD7-D96A9DBBBBE7}"/>
              </a:ext>
            </a:extLst>
          </p:cNvPr>
          <p:cNvGrpSpPr/>
          <p:nvPr/>
        </p:nvGrpSpPr>
        <p:grpSpPr>
          <a:xfrm>
            <a:off x="4945872" y="1097414"/>
            <a:ext cx="6677412" cy="1774484"/>
            <a:chOff x="4404049" y="1246704"/>
            <a:chExt cx="6677412" cy="177448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643F7C4-B5BC-52C7-4F0F-659B231910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868" t="11714" r="7983" b="15931"/>
            <a:stretch/>
          </p:blipFill>
          <p:spPr>
            <a:xfrm>
              <a:off x="4404049" y="1352550"/>
              <a:ext cx="6677412" cy="1536700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F66EE81-B286-B7AD-05E1-BFCFB8EAD6C3}"/>
                </a:ext>
              </a:extLst>
            </p:cNvPr>
            <p:cNvCxnSpPr>
              <a:cxnSpLocks/>
            </p:cNvCxnSpPr>
            <p:nvPr/>
          </p:nvCxnSpPr>
          <p:spPr>
            <a:xfrm>
              <a:off x="5057851" y="1791400"/>
              <a:ext cx="5048250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64D57D-59DB-1BA8-DAA0-82400CF7D615}"/>
                </a:ext>
              </a:extLst>
            </p:cNvPr>
            <p:cNvSpPr txBox="1"/>
            <p:nvPr/>
          </p:nvSpPr>
          <p:spPr>
            <a:xfrm>
              <a:off x="6957627" y="1478465"/>
              <a:ext cx="866775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>
                  <a:solidFill>
                    <a:schemeClr val="bg1"/>
                  </a:solidFill>
                </a:rPr>
                <a:t>length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1C23A6-3627-0631-A2F1-F2F3D34FD3EA}"/>
                </a:ext>
              </a:extLst>
            </p:cNvPr>
            <p:cNvSpPr txBox="1"/>
            <p:nvPr/>
          </p:nvSpPr>
          <p:spPr>
            <a:xfrm>
              <a:off x="9556534" y="1939485"/>
              <a:ext cx="615782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>
                  <a:solidFill>
                    <a:schemeClr val="bg1"/>
                  </a:solidFill>
                </a:rPr>
                <a:t>gap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AD0C4A-418B-432C-B86F-0C264574D07E}"/>
                </a:ext>
              </a:extLst>
            </p:cNvPr>
            <p:cNvSpPr txBox="1"/>
            <p:nvPr/>
          </p:nvSpPr>
          <p:spPr>
            <a:xfrm rot="16200000">
              <a:off x="4013141" y="1992265"/>
              <a:ext cx="1774484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100">
                  <a:solidFill>
                    <a:schemeClr val="bg1"/>
                  </a:solidFill>
                </a:rPr>
                <a:t>Waveguide_width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47EA7FE-CCD4-6C41-5BAA-1AAC06A134A0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316" y="1912485"/>
              <a:ext cx="0" cy="442922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7343BD2-B77D-6033-0E94-97A01FF809CC}"/>
                </a:ext>
              </a:extLst>
            </p:cNvPr>
            <p:cNvCxnSpPr>
              <a:cxnSpLocks/>
            </p:cNvCxnSpPr>
            <p:nvPr/>
          </p:nvCxnSpPr>
          <p:spPr>
            <a:xfrm>
              <a:off x="5042064" y="2052531"/>
              <a:ext cx="0" cy="170315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9513BCD-D7C6-F1B9-E1AD-4567FCDECEA6}"/>
              </a:ext>
            </a:extLst>
          </p:cNvPr>
          <p:cNvSpPr txBox="1"/>
          <p:nvPr/>
        </p:nvSpPr>
        <p:spPr>
          <a:xfrm>
            <a:off x="5488598" y="2042860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a0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D476D8-DD71-6762-A982-05A82B9571BE}"/>
              </a:ext>
            </a:extLst>
          </p:cNvPr>
          <p:cNvSpPr txBox="1"/>
          <p:nvPr/>
        </p:nvSpPr>
        <p:spPr>
          <a:xfrm>
            <a:off x="10714139" y="1984655"/>
            <a:ext cx="507198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B32628-D28A-87B3-94D4-557EB720493D}"/>
              </a:ext>
            </a:extLst>
          </p:cNvPr>
          <p:cNvSpPr txBox="1"/>
          <p:nvPr/>
        </p:nvSpPr>
        <p:spPr>
          <a:xfrm>
            <a:off x="10714139" y="1595592"/>
            <a:ext cx="507198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b1</a:t>
            </a:r>
            <a:endParaRPr 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856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A34A4-9DC2-707B-643C-F43498628C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0000" y="1512000"/>
            <a:ext cx="5999732" cy="4537941"/>
          </a:xfrm>
        </p:spPr>
        <p:txBody>
          <a:bodyPr/>
          <a:lstStyle/>
          <a:p>
            <a:r>
              <a:rPr lang="en-US" dirty="0"/>
              <a:t>Parameters:</a:t>
            </a:r>
          </a:p>
          <a:p>
            <a:pPr lvl="1"/>
            <a:r>
              <a:rPr lang="en-US" dirty="0" err="1"/>
              <a:t>waveguide_width</a:t>
            </a:r>
            <a:endParaRPr lang="en-US" dirty="0"/>
          </a:p>
          <a:p>
            <a:pPr lvl="1"/>
            <a:r>
              <a:rPr lang="en-US" dirty="0"/>
              <a:t>length</a:t>
            </a:r>
          </a:p>
          <a:p>
            <a:pPr lvl="1"/>
            <a:r>
              <a:rPr lang="en-US" dirty="0"/>
              <a:t>gap</a:t>
            </a:r>
          </a:p>
          <a:p>
            <a:pPr lvl="1"/>
            <a:r>
              <a:rPr lang="en-US" dirty="0"/>
              <a:t>spacing</a:t>
            </a:r>
          </a:p>
          <a:p>
            <a:pPr lvl="1"/>
            <a:r>
              <a:rPr lang="en-US" dirty="0" err="1"/>
              <a:t>bend_type</a:t>
            </a:r>
            <a:r>
              <a:rPr lang="en-US" dirty="0"/>
              <a:t>: </a:t>
            </a:r>
            <a:r>
              <a:rPr lang="en-US" dirty="0" err="1"/>
              <a:t>euler</a:t>
            </a:r>
            <a:r>
              <a:rPr lang="en-US" dirty="0"/>
              <a:t> or s-bend</a:t>
            </a:r>
          </a:p>
          <a:p>
            <a:pPr lvl="1"/>
            <a:r>
              <a:rPr lang="en-US" dirty="0"/>
              <a:t>Extra:</a:t>
            </a:r>
          </a:p>
          <a:p>
            <a:pPr lvl="2"/>
            <a:r>
              <a:rPr lang="en-US" dirty="0" err="1"/>
              <a:t>max_angle</a:t>
            </a:r>
            <a:r>
              <a:rPr lang="en-US" dirty="0"/>
              <a:t>: 90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A88B63-DBC7-54EE-4448-385DAAAC6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Directional coupler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0BE20-19F8-DA11-DA2F-715F757D8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861" y="1300817"/>
            <a:ext cx="6382139" cy="16510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8BD35C-63BE-4D9D-9B39-699467C8AD8E}"/>
              </a:ext>
            </a:extLst>
          </p:cNvPr>
          <p:cNvSpPr txBox="1"/>
          <p:nvPr/>
        </p:nvSpPr>
        <p:spPr>
          <a:xfrm>
            <a:off x="8007450" y="1612426"/>
            <a:ext cx="866775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length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E1B2-6498-42E6-5333-DBD56BB92C5E}"/>
              </a:ext>
            </a:extLst>
          </p:cNvPr>
          <p:cNvSpPr txBox="1"/>
          <p:nvPr/>
        </p:nvSpPr>
        <p:spPr>
          <a:xfrm>
            <a:off x="8926782" y="1931875"/>
            <a:ext cx="615782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gap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1ADDC-8E50-AD00-2D8B-883784939B6A}"/>
              </a:ext>
            </a:extLst>
          </p:cNvPr>
          <p:cNvSpPr txBox="1"/>
          <p:nvPr/>
        </p:nvSpPr>
        <p:spPr>
          <a:xfrm rot="16200000">
            <a:off x="4570752" y="2134109"/>
            <a:ext cx="1774484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100">
                <a:solidFill>
                  <a:schemeClr val="bg1"/>
                </a:solidFill>
              </a:rPr>
              <a:t>Waveguide_width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C0CFCA-615E-3F87-CD37-414FD9CFEE23}"/>
              </a:ext>
            </a:extLst>
          </p:cNvPr>
          <p:cNvCxnSpPr>
            <a:cxnSpLocks/>
          </p:cNvCxnSpPr>
          <p:nvPr/>
        </p:nvCxnSpPr>
        <p:spPr>
          <a:xfrm>
            <a:off x="8985350" y="2041625"/>
            <a:ext cx="0" cy="134838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E3295B-742A-FB2B-30A7-0EBF95C18779}"/>
              </a:ext>
            </a:extLst>
          </p:cNvPr>
          <p:cNvCxnSpPr>
            <a:cxnSpLocks/>
          </p:cNvCxnSpPr>
          <p:nvPr/>
        </p:nvCxnSpPr>
        <p:spPr>
          <a:xfrm flipV="1">
            <a:off x="5666349" y="2559050"/>
            <a:ext cx="0" cy="39797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F80B46-2EF2-77B5-00A2-99F1CFB9C205}"/>
              </a:ext>
            </a:extLst>
          </p:cNvPr>
          <p:cNvCxnSpPr>
            <a:cxnSpLocks/>
          </p:cNvCxnSpPr>
          <p:nvPr/>
        </p:nvCxnSpPr>
        <p:spPr>
          <a:xfrm>
            <a:off x="7747100" y="1931875"/>
            <a:ext cx="1273075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C78791-83F9-6BB5-EFDA-3506C6C42391}"/>
              </a:ext>
            </a:extLst>
          </p:cNvPr>
          <p:cNvCxnSpPr>
            <a:cxnSpLocks/>
          </p:cNvCxnSpPr>
          <p:nvPr/>
        </p:nvCxnSpPr>
        <p:spPr>
          <a:xfrm>
            <a:off x="7086600" y="2275789"/>
            <a:ext cx="571500" cy="323058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AF65DB3-3B90-7988-5F1C-DB46203F7816}"/>
              </a:ext>
            </a:extLst>
          </p:cNvPr>
          <p:cNvSpPr txBox="1"/>
          <p:nvPr/>
        </p:nvSpPr>
        <p:spPr>
          <a:xfrm>
            <a:off x="7457837" y="2544852"/>
            <a:ext cx="2559699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 err="1">
                <a:solidFill>
                  <a:schemeClr val="bg1"/>
                </a:solidFill>
              </a:rPr>
              <a:t>bend_type</a:t>
            </a:r>
            <a:r>
              <a:rPr lang="en-US" sz="1400" dirty="0">
                <a:solidFill>
                  <a:schemeClr val="bg1"/>
                </a:solidFill>
              </a:rPr>
              <a:t> with </a:t>
            </a:r>
            <a:r>
              <a:rPr lang="en-US" sz="1400" dirty="0" err="1">
                <a:solidFill>
                  <a:schemeClr val="bg1"/>
                </a:solidFill>
              </a:rPr>
              <a:t>max_angle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A0E12F-FED7-F7E7-FBEF-A74589E1E659}"/>
              </a:ext>
            </a:extLst>
          </p:cNvPr>
          <p:cNvCxnSpPr>
            <a:cxnSpLocks/>
          </p:cNvCxnSpPr>
          <p:nvPr/>
        </p:nvCxnSpPr>
        <p:spPr>
          <a:xfrm>
            <a:off x="11110913" y="1637506"/>
            <a:ext cx="0" cy="922338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FC1F381-240F-AD7C-BCE0-6DD58990E592}"/>
              </a:ext>
            </a:extLst>
          </p:cNvPr>
          <p:cNvSpPr txBox="1"/>
          <p:nvPr/>
        </p:nvSpPr>
        <p:spPr>
          <a:xfrm>
            <a:off x="10280669" y="1931481"/>
            <a:ext cx="883154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spacing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6CB5F1-E781-CA2B-C88F-EB53C48F2BF5}"/>
              </a:ext>
            </a:extLst>
          </p:cNvPr>
          <p:cNvSpPr txBox="1"/>
          <p:nvPr/>
        </p:nvSpPr>
        <p:spPr>
          <a:xfrm>
            <a:off x="5481785" y="2539563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a0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2C9CB7-7FCF-6236-6834-9C45CB5BC7CC}"/>
              </a:ext>
            </a:extLst>
          </p:cNvPr>
          <p:cNvSpPr txBox="1"/>
          <p:nvPr/>
        </p:nvSpPr>
        <p:spPr>
          <a:xfrm>
            <a:off x="10837366" y="2524347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A16E5D-6ED3-BD81-1C36-943503DF713C}"/>
              </a:ext>
            </a:extLst>
          </p:cNvPr>
          <p:cNvSpPr txBox="1"/>
          <p:nvPr/>
        </p:nvSpPr>
        <p:spPr>
          <a:xfrm>
            <a:off x="5416934" y="1302648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a1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3124BB-8732-0926-A011-EDDF1197B492}"/>
              </a:ext>
            </a:extLst>
          </p:cNvPr>
          <p:cNvSpPr txBox="1"/>
          <p:nvPr/>
        </p:nvSpPr>
        <p:spPr>
          <a:xfrm>
            <a:off x="10791294" y="1295142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b1</a:t>
            </a:r>
            <a:endParaRPr 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532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56F895-8F55-CD09-E782-99A21F3A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Extra-parameters for Coupler MMI/Y-Junction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45304A7-DC86-5FDA-3399-F56AC08D97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0000" y="1512000"/>
            <a:ext cx="5005391" cy="4537941"/>
          </a:xfrm>
        </p:spPr>
        <p:txBody>
          <a:bodyPr/>
          <a:lstStyle/>
          <a:p>
            <a:r>
              <a:rPr lang="en-US" dirty="0"/>
              <a:t>Parameters:</a:t>
            </a:r>
          </a:p>
          <a:p>
            <a:pPr lvl="1"/>
            <a:r>
              <a:rPr lang="en-US" dirty="0"/>
              <a:t>spacing</a:t>
            </a:r>
          </a:p>
          <a:p>
            <a:pPr lvl="1"/>
            <a:r>
              <a:rPr lang="en-US" dirty="0" err="1"/>
              <a:t>bend_type</a:t>
            </a:r>
            <a:r>
              <a:rPr lang="en-US" dirty="0"/>
              <a:t>: </a:t>
            </a:r>
            <a:r>
              <a:rPr lang="en-US" dirty="0" err="1"/>
              <a:t>euler</a:t>
            </a:r>
            <a:r>
              <a:rPr lang="en-US" dirty="0"/>
              <a:t> or s-bend</a:t>
            </a:r>
          </a:p>
          <a:p>
            <a:pPr lvl="1"/>
            <a:r>
              <a:rPr lang="en-US" dirty="0" err="1"/>
              <a:t>max_angle</a:t>
            </a:r>
            <a:r>
              <a:rPr lang="en-US" dirty="0"/>
              <a:t>: max angle of bend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19E51D-E011-EC08-98EF-CDB54AB58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391" y="1371599"/>
            <a:ext cx="5805809" cy="16097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33FD85-18DA-D976-173F-84A7C149497C}"/>
              </a:ext>
            </a:extLst>
          </p:cNvPr>
          <p:cNvSpPr txBox="1"/>
          <p:nvPr/>
        </p:nvSpPr>
        <p:spPr>
          <a:xfrm>
            <a:off x="6876066" y="3057299"/>
            <a:ext cx="2986480" cy="4320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/>
              <a:t>MMI extra-parameters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5BDE2B-3A1A-41EB-88BD-873441D9A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560" y="3565309"/>
            <a:ext cx="5930806" cy="21973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EFA37A-9F03-D0FA-8C30-B94A6FF03211}"/>
              </a:ext>
            </a:extLst>
          </p:cNvPr>
          <p:cNvSpPr txBox="1"/>
          <p:nvPr/>
        </p:nvSpPr>
        <p:spPr>
          <a:xfrm>
            <a:off x="6689465" y="5838600"/>
            <a:ext cx="3877659" cy="4320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/>
              <a:t>Y-Junction extra-parameters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A75A7E-41B6-CB52-B437-84F290812DEB}"/>
              </a:ext>
            </a:extLst>
          </p:cNvPr>
          <p:cNvCxnSpPr>
            <a:cxnSpLocks/>
          </p:cNvCxnSpPr>
          <p:nvPr/>
        </p:nvCxnSpPr>
        <p:spPr>
          <a:xfrm flipH="1" flipV="1">
            <a:off x="8505825" y="1795361"/>
            <a:ext cx="628650" cy="252514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760652-F1C1-FF96-BA27-4E71ED42489E}"/>
              </a:ext>
            </a:extLst>
          </p:cNvPr>
          <p:cNvSpPr txBox="1"/>
          <p:nvPr/>
        </p:nvSpPr>
        <p:spPr>
          <a:xfrm>
            <a:off x="7201910" y="1512000"/>
            <a:ext cx="2559699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bend_type with max_angle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A99938-AA7B-949B-F57F-CF44934BAA11}"/>
              </a:ext>
            </a:extLst>
          </p:cNvPr>
          <p:cNvCxnSpPr>
            <a:cxnSpLocks/>
          </p:cNvCxnSpPr>
          <p:nvPr/>
        </p:nvCxnSpPr>
        <p:spPr>
          <a:xfrm flipH="1" flipV="1">
            <a:off x="7993380" y="4073318"/>
            <a:ext cx="628650" cy="252514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F6168A8-165E-40CD-7D96-B68D62DA8F51}"/>
              </a:ext>
            </a:extLst>
          </p:cNvPr>
          <p:cNvSpPr txBox="1"/>
          <p:nvPr/>
        </p:nvSpPr>
        <p:spPr>
          <a:xfrm>
            <a:off x="6689465" y="3789957"/>
            <a:ext cx="2559699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bend_type with max_angle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D84FBBE-5E5F-B3E2-4FA6-EF872400B5B2}"/>
              </a:ext>
            </a:extLst>
          </p:cNvPr>
          <p:cNvCxnSpPr>
            <a:cxnSpLocks/>
          </p:cNvCxnSpPr>
          <p:nvPr/>
        </p:nvCxnSpPr>
        <p:spPr>
          <a:xfrm>
            <a:off x="11060906" y="1918493"/>
            <a:ext cx="0" cy="6246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2262FF4-3D91-2FB3-833C-6C90A7194095}"/>
              </a:ext>
            </a:extLst>
          </p:cNvPr>
          <p:cNvSpPr txBox="1"/>
          <p:nvPr/>
        </p:nvSpPr>
        <p:spPr>
          <a:xfrm>
            <a:off x="10235425" y="2047875"/>
            <a:ext cx="883154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spacing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AA82C6A-5B4D-BA98-0B95-4E94A4443CC0}"/>
              </a:ext>
            </a:extLst>
          </p:cNvPr>
          <p:cNvCxnSpPr>
            <a:cxnSpLocks/>
          </p:cNvCxnSpPr>
          <p:nvPr/>
        </p:nvCxnSpPr>
        <p:spPr>
          <a:xfrm>
            <a:off x="10269518" y="4013491"/>
            <a:ext cx="0" cy="130622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6D67E98-0AA9-E4FC-FCAD-453F1DC84EEB}"/>
              </a:ext>
            </a:extLst>
          </p:cNvPr>
          <p:cNvSpPr txBox="1"/>
          <p:nvPr/>
        </p:nvSpPr>
        <p:spPr>
          <a:xfrm>
            <a:off x="9420969" y="4452435"/>
            <a:ext cx="883154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spacing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2BD4D-673D-A379-7DF0-532F85B979C3}"/>
              </a:ext>
            </a:extLst>
          </p:cNvPr>
          <p:cNvSpPr txBox="1"/>
          <p:nvPr/>
        </p:nvSpPr>
        <p:spPr>
          <a:xfrm>
            <a:off x="5686991" y="1914702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a0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705B5E-F9F4-3E77-6DD5-05CB81313499}"/>
              </a:ext>
            </a:extLst>
          </p:cNvPr>
          <p:cNvSpPr txBox="1"/>
          <p:nvPr/>
        </p:nvSpPr>
        <p:spPr>
          <a:xfrm>
            <a:off x="5598497" y="4303445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a0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E4EDF3-916F-AAEF-356F-9943C59759C9}"/>
              </a:ext>
            </a:extLst>
          </p:cNvPr>
          <p:cNvSpPr txBox="1"/>
          <p:nvPr/>
        </p:nvSpPr>
        <p:spPr>
          <a:xfrm>
            <a:off x="11022506" y="2340574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AD178B-E82D-8BD4-351F-DFD8C1B903C3}"/>
              </a:ext>
            </a:extLst>
          </p:cNvPr>
          <p:cNvSpPr txBox="1"/>
          <p:nvPr/>
        </p:nvSpPr>
        <p:spPr>
          <a:xfrm>
            <a:off x="11022506" y="1699825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b1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179DC3-B196-12CC-F3F7-045DC8C6BC9B}"/>
              </a:ext>
            </a:extLst>
          </p:cNvPr>
          <p:cNvSpPr txBox="1"/>
          <p:nvPr/>
        </p:nvSpPr>
        <p:spPr>
          <a:xfrm>
            <a:off x="10303784" y="5107530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17DDA7-037B-D128-9D6A-9B6E30DB3CCF}"/>
              </a:ext>
            </a:extLst>
          </p:cNvPr>
          <p:cNvSpPr txBox="1"/>
          <p:nvPr/>
        </p:nvSpPr>
        <p:spPr>
          <a:xfrm>
            <a:off x="10293577" y="3821028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b1</a:t>
            </a:r>
            <a:endParaRPr 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273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10478E-ACDB-3EF8-8945-F0BB4AA4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Border chip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709E3-93CD-F10E-6FAF-29CE2ADAB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047" y="611795"/>
            <a:ext cx="3917291" cy="386732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75F108F-D9ED-5902-5DFA-A247DEDAC78D}"/>
              </a:ext>
            </a:extLst>
          </p:cNvPr>
          <p:cNvCxnSpPr>
            <a:cxnSpLocks/>
          </p:cNvCxnSpPr>
          <p:nvPr/>
        </p:nvCxnSpPr>
        <p:spPr>
          <a:xfrm>
            <a:off x="10306050" y="728663"/>
            <a:ext cx="4763" cy="36004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CE3514C-DEC2-A6F4-D75E-4CE39AC5A118}"/>
              </a:ext>
            </a:extLst>
          </p:cNvPr>
          <p:cNvSpPr txBox="1"/>
          <p:nvPr/>
        </p:nvSpPr>
        <p:spPr>
          <a:xfrm>
            <a:off x="9124953" y="2144713"/>
            <a:ext cx="1244117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 err="1">
                <a:solidFill>
                  <a:schemeClr val="bg1"/>
                </a:solidFill>
              </a:rPr>
              <a:t>chip_size_y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F6077B-7B8A-84D0-91AB-D36344FE78A8}"/>
              </a:ext>
            </a:extLst>
          </p:cNvPr>
          <p:cNvCxnSpPr>
            <a:cxnSpLocks/>
          </p:cNvCxnSpPr>
          <p:nvPr/>
        </p:nvCxnSpPr>
        <p:spPr>
          <a:xfrm flipH="1">
            <a:off x="7386638" y="3671888"/>
            <a:ext cx="3590925" cy="14287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2AEF64-FCB2-358C-E693-A18F30F59B60}"/>
              </a:ext>
            </a:extLst>
          </p:cNvPr>
          <p:cNvSpPr txBox="1"/>
          <p:nvPr/>
        </p:nvSpPr>
        <p:spPr>
          <a:xfrm>
            <a:off x="8687791" y="3382252"/>
            <a:ext cx="1244117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 err="1">
                <a:solidFill>
                  <a:schemeClr val="bg1"/>
                </a:solidFill>
              </a:rPr>
              <a:t>chip_size_x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3156B6-CA83-7142-9F82-B62C76B396D9}"/>
              </a:ext>
            </a:extLst>
          </p:cNvPr>
          <p:cNvSpPr txBox="1"/>
          <p:nvPr/>
        </p:nvSpPr>
        <p:spPr>
          <a:xfrm>
            <a:off x="8191123" y="1190535"/>
            <a:ext cx="1244117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Text top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58AD1B-C6B1-08FF-993D-E73D6427A7E2}"/>
              </a:ext>
            </a:extLst>
          </p:cNvPr>
          <p:cNvSpPr txBox="1"/>
          <p:nvPr/>
        </p:nvSpPr>
        <p:spPr>
          <a:xfrm>
            <a:off x="7523191" y="3742296"/>
            <a:ext cx="1244117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Text </a:t>
            </a:r>
            <a:r>
              <a:rPr lang="en-US" sz="1400" dirty="0" err="1">
                <a:solidFill>
                  <a:schemeClr val="bg1"/>
                </a:solidFill>
              </a:rPr>
              <a:t>bottop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3C0D11-D4E5-B3C7-3A76-B9D4A50EBDAC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8813182" y="863590"/>
            <a:ext cx="445118" cy="326945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A4155F-8CF6-BE54-DACC-14CADB20C600}"/>
              </a:ext>
            </a:extLst>
          </p:cNvPr>
          <p:cNvCxnSpPr>
            <a:cxnSpLocks/>
          </p:cNvCxnSpPr>
          <p:nvPr/>
        </p:nvCxnSpPr>
        <p:spPr>
          <a:xfrm flipH="1" flipV="1">
            <a:off x="8191123" y="4025657"/>
            <a:ext cx="1009288" cy="134148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79450D9-AD38-3B9B-78DC-5ABA0C95E1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0752" y="1254961"/>
            <a:ext cx="5999732" cy="4537941"/>
          </a:xfrm>
        </p:spPr>
        <p:txBody>
          <a:bodyPr/>
          <a:lstStyle/>
          <a:p>
            <a:r>
              <a:rPr lang="en-US" dirty="0"/>
              <a:t>Parameters:</a:t>
            </a:r>
          </a:p>
          <a:p>
            <a:pPr lvl="1"/>
            <a:r>
              <a:rPr lang="en-US" dirty="0"/>
              <a:t>Extra:</a:t>
            </a:r>
          </a:p>
          <a:p>
            <a:pPr lvl="2"/>
            <a:r>
              <a:rPr lang="en-US" dirty="0" err="1"/>
              <a:t>chip_size_x</a:t>
            </a:r>
            <a:r>
              <a:rPr lang="en-US" dirty="0"/>
              <a:t> : 5000</a:t>
            </a:r>
          </a:p>
          <a:p>
            <a:pPr lvl="2"/>
            <a:r>
              <a:rPr lang="en-US" dirty="0" err="1"/>
              <a:t>chip_size_y</a:t>
            </a:r>
            <a:r>
              <a:rPr lang="en-US" dirty="0"/>
              <a:t> : 5000</a:t>
            </a:r>
          </a:p>
          <a:p>
            <a:pPr lvl="2"/>
            <a:r>
              <a:rPr lang="en-US" dirty="0" err="1"/>
              <a:t>extra_size</a:t>
            </a:r>
            <a:r>
              <a:rPr lang="en-US" dirty="0"/>
              <a:t>: 150</a:t>
            </a:r>
          </a:p>
          <a:p>
            <a:pPr lvl="2"/>
            <a:r>
              <a:rPr lang="en-US" dirty="0"/>
              <a:t>radius: 200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1CA03D-A290-384D-CBF4-4EC60D9C2100}"/>
              </a:ext>
            </a:extLst>
          </p:cNvPr>
          <p:cNvSpPr txBox="1"/>
          <p:nvPr/>
        </p:nvSpPr>
        <p:spPr>
          <a:xfrm>
            <a:off x="7377814" y="1135384"/>
            <a:ext cx="1244117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radius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1A1695C-19CA-3BAD-7239-416C6AE33F78}"/>
              </a:ext>
            </a:extLst>
          </p:cNvPr>
          <p:cNvGrpSpPr/>
          <p:nvPr/>
        </p:nvGrpSpPr>
        <p:grpSpPr>
          <a:xfrm rot="5173629">
            <a:off x="7338844" y="1974524"/>
            <a:ext cx="18947" cy="568069"/>
            <a:chOff x="5909428" y="1944142"/>
            <a:chExt cx="18947" cy="568069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9BC3797-D0E1-2D9C-794C-AE9E2D8391DA}"/>
                </a:ext>
              </a:extLst>
            </p:cNvPr>
            <p:cNvCxnSpPr>
              <a:cxnSpLocks/>
            </p:cNvCxnSpPr>
            <p:nvPr/>
          </p:nvCxnSpPr>
          <p:spPr>
            <a:xfrm rot="16426371" flipH="1">
              <a:off x="5800676" y="2069714"/>
              <a:ext cx="253271" cy="212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0B13566-051A-DC41-5858-F4869808B1CE}"/>
                </a:ext>
              </a:extLst>
            </p:cNvPr>
            <p:cNvCxnSpPr>
              <a:cxnSpLocks/>
            </p:cNvCxnSpPr>
            <p:nvPr/>
          </p:nvCxnSpPr>
          <p:spPr>
            <a:xfrm rot="16426371">
              <a:off x="5781030" y="2383814"/>
              <a:ext cx="256795" cy="0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0D74158-5844-2159-F753-615BCD6EBDDA}"/>
              </a:ext>
            </a:extLst>
          </p:cNvPr>
          <p:cNvSpPr txBox="1"/>
          <p:nvPr/>
        </p:nvSpPr>
        <p:spPr>
          <a:xfrm>
            <a:off x="7388536" y="2086329"/>
            <a:ext cx="1244117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 err="1">
                <a:solidFill>
                  <a:schemeClr val="bg1"/>
                </a:solidFill>
              </a:rPr>
              <a:t>extra_size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8300A50-7D3E-C50B-7A3A-F82391FD28AD}"/>
              </a:ext>
            </a:extLst>
          </p:cNvPr>
          <p:cNvCxnSpPr>
            <a:cxnSpLocks/>
          </p:cNvCxnSpPr>
          <p:nvPr/>
        </p:nvCxnSpPr>
        <p:spPr>
          <a:xfrm>
            <a:off x="7442102" y="841798"/>
            <a:ext cx="323810" cy="305153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086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D34ED0-A632-ADA5-8C16-BBE277C86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Resonator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CE824B-8735-22C3-4851-7FF589268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101" y="884275"/>
            <a:ext cx="3049887" cy="41986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F67890-8F3E-E342-EF6D-492621CBBD30}"/>
              </a:ext>
            </a:extLst>
          </p:cNvPr>
          <p:cNvSpPr txBox="1"/>
          <p:nvPr/>
        </p:nvSpPr>
        <p:spPr>
          <a:xfrm>
            <a:off x="6194652" y="1346624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a0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2D7ADD-9F5F-D98D-0054-25AD353E81E0}"/>
              </a:ext>
            </a:extLst>
          </p:cNvPr>
          <p:cNvSpPr txBox="1"/>
          <p:nvPr/>
        </p:nvSpPr>
        <p:spPr>
          <a:xfrm>
            <a:off x="8810421" y="998565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22A1D19-677A-429A-815F-1BDF1EEB9F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0000" y="1512000"/>
            <a:ext cx="5005391" cy="3946408"/>
          </a:xfrm>
        </p:spPr>
        <p:txBody>
          <a:bodyPr/>
          <a:lstStyle/>
          <a:p>
            <a:r>
              <a:rPr lang="en-US" dirty="0"/>
              <a:t>Parameters:</a:t>
            </a:r>
          </a:p>
          <a:p>
            <a:pPr lvl="1"/>
            <a:r>
              <a:rPr lang="en-US" dirty="0" err="1"/>
              <a:t>bus_waveguide_width</a:t>
            </a:r>
            <a:endParaRPr lang="en-US" dirty="0"/>
          </a:p>
          <a:p>
            <a:pPr lvl="1"/>
            <a:r>
              <a:rPr lang="en-US" dirty="0" err="1"/>
              <a:t>resonator_waveguide_width</a:t>
            </a:r>
            <a:endParaRPr lang="en-US" dirty="0"/>
          </a:p>
          <a:p>
            <a:pPr lvl="1"/>
            <a:r>
              <a:rPr lang="en-US"/>
              <a:t>radius</a:t>
            </a:r>
            <a:endParaRPr lang="en-US" dirty="0"/>
          </a:p>
          <a:p>
            <a:pPr lvl="1"/>
            <a:r>
              <a:rPr lang="en-US" dirty="0"/>
              <a:t>Extra:</a:t>
            </a:r>
          </a:p>
          <a:p>
            <a:pPr lvl="2"/>
            <a:r>
              <a:rPr lang="en-US" dirty="0" err="1"/>
              <a:t>length_straight</a:t>
            </a:r>
            <a:r>
              <a:rPr lang="en-US" dirty="0"/>
              <a:t>: 0 um</a:t>
            </a:r>
          </a:p>
          <a:p>
            <a:pPr lvl="2"/>
            <a:r>
              <a:rPr lang="en-US" dirty="0"/>
              <a:t>angle: 0 degree</a:t>
            </a:r>
          </a:p>
          <a:p>
            <a:pPr lvl="2"/>
            <a:r>
              <a:rPr lang="en-US" dirty="0"/>
              <a:t>bend: </a:t>
            </a:r>
            <a:r>
              <a:rPr lang="en-US" dirty="0" err="1"/>
              <a:t>euler</a:t>
            </a:r>
            <a:r>
              <a:rPr lang="en-US" dirty="0"/>
              <a:t> or s-bend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849FC1-6819-5CC3-799F-F0A11982183E}"/>
              </a:ext>
            </a:extLst>
          </p:cNvPr>
          <p:cNvCxnSpPr>
            <a:cxnSpLocks/>
          </p:cNvCxnSpPr>
          <p:nvPr/>
        </p:nvCxnSpPr>
        <p:spPr>
          <a:xfrm>
            <a:off x="8933970" y="2453640"/>
            <a:ext cx="0" cy="128778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30373A-8B9C-6652-4ECC-B5B4459A0F3E}"/>
              </a:ext>
            </a:extLst>
          </p:cNvPr>
          <p:cNvSpPr txBox="1"/>
          <p:nvPr/>
        </p:nvSpPr>
        <p:spPr>
          <a:xfrm>
            <a:off x="7404102" y="2899048"/>
            <a:ext cx="1529868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 err="1">
                <a:solidFill>
                  <a:schemeClr val="bg1"/>
                </a:solidFill>
              </a:rPr>
              <a:t>Length_straight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576594-0C83-4FA1-A5D0-01E53FA5E830}"/>
              </a:ext>
            </a:extLst>
          </p:cNvPr>
          <p:cNvSpPr txBox="1"/>
          <p:nvPr/>
        </p:nvSpPr>
        <p:spPr>
          <a:xfrm>
            <a:off x="6841237" y="3746019"/>
            <a:ext cx="828043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400" dirty="0">
                <a:solidFill>
                  <a:schemeClr val="bg1"/>
                </a:solidFill>
              </a:rPr>
              <a:t>r</a:t>
            </a:r>
            <a:r>
              <a:rPr lang="en-US" sz="1400" dirty="0" err="1">
                <a:solidFill>
                  <a:schemeClr val="bg1"/>
                </a:solidFill>
              </a:rPr>
              <a:t>adius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6FE183-DAD4-5659-1FCB-DACD332D4D87}"/>
              </a:ext>
            </a:extLst>
          </p:cNvPr>
          <p:cNvCxnSpPr>
            <a:cxnSpLocks/>
          </p:cNvCxnSpPr>
          <p:nvPr/>
        </p:nvCxnSpPr>
        <p:spPr>
          <a:xfrm flipV="1">
            <a:off x="6936532" y="4179650"/>
            <a:ext cx="318726" cy="376487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97372D0-889A-BAB2-1DE1-A1BF9605BF96}"/>
              </a:ext>
            </a:extLst>
          </p:cNvPr>
          <p:cNvSpPr txBox="1"/>
          <p:nvPr/>
        </p:nvSpPr>
        <p:spPr>
          <a:xfrm>
            <a:off x="6060992" y="2247307"/>
            <a:ext cx="2686220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 err="1">
                <a:solidFill>
                  <a:schemeClr val="bg1"/>
                </a:solidFill>
              </a:rPr>
              <a:t>resonator_wg_width</a:t>
            </a: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DE3D87-66C8-E008-D349-72AAF1C01157}"/>
              </a:ext>
            </a:extLst>
          </p:cNvPr>
          <p:cNvGrpSpPr/>
          <p:nvPr/>
        </p:nvGrpSpPr>
        <p:grpSpPr>
          <a:xfrm rot="5400000">
            <a:off x="6510028" y="2446635"/>
            <a:ext cx="1603" cy="299553"/>
            <a:chOff x="5905500" y="2074862"/>
            <a:chExt cx="1603" cy="29955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BAF04A1-28F8-3EDD-D2EB-23862C0FA9F3}"/>
                </a:ext>
              </a:extLst>
            </p:cNvPr>
            <p:cNvCxnSpPr>
              <a:cxnSpLocks/>
            </p:cNvCxnSpPr>
            <p:nvPr/>
          </p:nvCxnSpPr>
          <p:spPr>
            <a:xfrm>
              <a:off x="5907103" y="2074862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CAA2A80-E30C-37B3-F8FA-02466C285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00" y="2247978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B8BC3F9-13E2-0096-8DAA-BB4D02A924C0}"/>
              </a:ext>
            </a:extLst>
          </p:cNvPr>
          <p:cNvSpPr txBox="1"/>
          <p:nvPr/>
        </p:nvSpPr>
        <p:spPr>
          <a:xfrm>
            <a:off x="5593422" y="919977"/>
            <a:ext cx="2686220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 err="1">
                <a:solidFill>
                  <a:schemeClr val="bg1"/>
                </a:solidFill>
              </a:rPr>
              <a:t>bus_wg_width</a:t>
            </a: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187ED9-A66E-C2F6-DFB0-00A43C7D9790}"/>
              </a:ext>
            </a:extLst>
          </p:cNvPr>
          <p:cNvGrpSpPr/>
          <p:nvPr/>
        </p:nvGrpSpPr>
        <p:grpSpPr>
          <a:xfrm rot="10800000">
            <a:off x="6737762" y="1222114"/>
            <a:ext cx="1603" cy="289886"/>
            <a:chOff x="5907881" y="2067860"/>
            <a:chExt cx="1603" cy="289886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8999CE6-2F3B-1F91-C7F3-034FFCCC1C11}"/>
                </a:ext>
              </a:extLst>
            </p:cNvPr>
            <p:cNvCxnSpPr>
              <a:cxnSpLocks/>
            </p:cNvCxnSpPr>
            <p:nvPr/>
          </p:nvCxnSpPr>
          <p:spPr>
            <a:xfrm>
              <a:off x="5908279" y="2067860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9E6CBE6-6B14-38BD-9881-C1D78433BB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7881" y="2231309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CE549437-C793-B6D9-066B-A7F9BF0CF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705" y="1629983"/>
            <a:ext cx="2180932" cy="121810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7BE7BF9A-7993-5C2B-EEC1-98099F04883E}"/>
              </a:ext>
            </a:extLst>
          </p:cNvPr>
          <p:cNvSpPr/>
          <p:nvPr/>
        </p:nvSpPr>
        <p:spPr>
          <a:xfrm>
            <a:off x="7608573" y="1088259"/>
            <a:ext cx="309210" cy="21106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EE4F11-DD56-90EE-8652-083B932C14D0}"/>
              </a:ext>
            </a:extLst>
          </p:cNvPr>
          <p:cNvSpPr/>
          <p:nvPr/>
        </p:nvSpPr>
        <p:spPr>
          <a:xfrm>
            <a:off x="9555796" y="1629983"/>
            <a:ext cx="2180931" cy="12181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D1B9B58-13D7-12FB-B7DA-AEE37C8F924A}"/>
              </a:ext>
            </a:extLst>
          </p:cNvPr>
          <p:cNvCxnSpPr>
            <a:stCxn id="31" idx="1"/>
          </p:cNvCxnSpPr>
          <p:nvPr/>
        </p:nvCxnSpPr>
        <p:spPr>
          <a:xfrm flipH="1" flipV="1">
            <a:off x="7985760" y="1362212"/>
            <a:ext cx="1570036" cy="8768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50CF309-4105-7EEA-783F-677F24BA3847}"/>
              </a:ext>
            </a:extLst>
          </p:cNvPr>
          <p:cNvSpPr txBox="1"/>
          <p:nvPr/>
        </p:nvSpPr>
        <p:spPr>
          <a:xfrm>
            <a:off x="9683747" y="1724140"/>
            <a:ext cx="860255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gap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DD51974-88CC-8FD8-D5F4-2292BDEF0EC6}"/>
              </a:ext>
            </a:extLst>
          </p:cNvPr>
          <p:cNvGrpSpPr/>
          <p:nvPr/>
        </p:nvGrpSpPr>
        <p:grpSpPr>
          <a:xfrm rot="10800000">
            <a:off x="10108784" y="2071482"/>
            <a:ext cx="3586" cy="404186"/>
            <a:chOff x="6451204" y="1939273"/>
            <a:chExt cx="3586" cy="404186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4781202-5257-E04A-16BD-66C990F87E35}"/>
                </a:ext>
              </a:extLst>
            </p:cNvPr>
            <p:cNvCxnSpPr>
              <a:cxnSpLocks/>
            </p:cNvCxnSpPr>
            <p:nvPr/>
          </p:nvCxnSpPr>
          <p:spPr>
            <a:xfrm>
              <a:off x="6451204" y="1939273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24E2F21-2B1F-5725-F933-2D078F9BDF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3187" y="2217022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89432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EA175F-D7BA-14E2-5663-2211BB62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Edge coupler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B14ED4-6352-2C49-9B73-D31ABD5DF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65" y="2290398"/>
            <a:ext cx="5160427" cy="1032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1EB121-196A-0062-72E4-D72970F26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597" y="1998032"/>
            <a:ext cx="4206631" cy="15500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E321A8-BCA5-C043-0F6B-30FC9F88A535}"/>
              </a:ext>
            </a:extLst>
          </p:cNvPr>
          <p:cNvSpPr txBox="1"/>
          <p:nvPr/>
        </p:nvSpPr>
        <p:spPr>
          <a:xfrm>
            <a:off x="1680538" y="3429000"/>
            <a:ext cx="2986480" cy="8640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dirty="0"/>
              <a:t>Single Edge coupler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3588CE-5F1F-F437-8B47-684AA915DC5C}"/>
              </a:ext>
            </a:extLst>
          </p:cNvPr>
          <p:cNvSpPr txBox="1"/>
          <p:nvPr/>
        </p:nvSpPr>
        <p:spPr>
          <a:xfrm>
            <a:off x="7049672" y="3622472"/>
            <a:ext cx="2986480" cy="8640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dirty="0"/>
              <a:t>Double Edge coupler</a:t>
            </a:r>
          </a:p>
        </p:txBody>
      </p:sp>
    </p:spTree>
    <p:extLst>
      <p:ext uri="{BB962C8B-B14F-4D97-AF65-F5344CB8AC3E}">
        <p14:creationId xmlns:p14="http://schemas.microsoft.com/office/powerpoint/2010/main" val="1759037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DF5CA3-924F-70D7-FCCE-E9FE6FD87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556" y="1578190"/>
            <a:ext cx="6988129" cy="1397626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F7B3D62-54B8-7724-AABA-6C0BA22852CA}"/>
              </a:ext>
            </a:extLst>
          </p:cNvPr>
          <p:cNvCxnSpPr/>
          <p:nvPr/>
        </p:nvCxnSpPr>
        <p:spPr>
          <a:xfrm>
            <a:off x="5348796" y="1578190"/>
            <a:ext cx="0" cy="1397626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73626-268A-8AC8-613D-0E356BACBD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0000" y="1512000"/>
            <a:ext cx="5005391" cy="3946408"/>
          </a:xfrm>
        </p:spPr>
        <p:txBody>
          <a:bodyPr/>
          <a:lstStyle/>
          <a:p>
            <a:r>
              <a:rPr lang="en-US" dirty="0"/>
              <a:t>Parameters:</a:t>
            </a:r>
          </a:p>
          <a:p>
            <a:pPr lvl="1"/>
            <a:r>
              <a:rPr lang="en-US" dirty="0" err="1"/>
              <a:t>waveguide_width</a:t>
            </a:r>
            <a:endParaRPr lang="en-US" dirty="0"/>
          </a:p>
          <a:p>
            <a:pPr lvl="1"/>
            <a:r>
              <a:rPr lang="en-US" dirty="0"/>
              <a:t>length</a:t>
            </a:r>
          </a:p>
          <a:p>
            <a:pPr lvl="1"/>
            <a:r>
              <a:rPr lang="en-US" dirty="0"/>
              <a:t>width</a:t>
            </a:r>
          </a:p>
          <a:p>
            <a:pPr lvl="1"/>
            <a:r>
              <a:rPr lang="en-US" dirty="0"/>
              <a:t>Extra:</a:t>
            </a:r>
          </a:p>
          <a:p>
            <a:pPr lvl="2"/>
            <a:r>
              <a:rPr lang="en-US" dirty="0" err="1"/>
              <a:t>length_front_extend</a:t>
            </a:r>
            <a:r>
              <a:rPr lang="en-US" dirty="0"/>
              <a:t>: 5 um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9B2745-1F63-285B-95AC-5DEC0883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Single Edge coupler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EECCBC-640B-AD15-1F00-8160CF2A97BD}"/>
              </a:ext>
            </a:extLst>
          </p:cNvPr>
          <p:cNvCxnSpPr>
            <a:cxnSpLocks/>
          </p:cNvCxnSpPr>
          <p:nvPr/>
        </p:nvCxnSpPr>
        <p:spPr>
          <a:xfrm>
            <a:off x="5915025" y="2384425"/>
            <a:ext cx="5558563" cy="8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EA039A-9D41-0AC1-7968-996E926571F1}"/>
              </a:ext>
            </a:extLst>
          </p:cNvPr>
          <p:cNvSpPr txBox="1"/>
          <p:nvPr/>
        </p:nvSpPr>
        <p:spPr>
          <a:xfrm>
            <a:off x="7835450" y="2385307"/>
            <a:ext cx="883154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length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CEF8BBD-D32D-193A-C4E4-2713CE87F7E9}"/>
              </a:ext>
            </a:extLst>
          </p:cNvPr>
          <p:cNvCxnSpPr>
            <a:cxnSpLocks/>
          </p:cNvCxnSpPr>
          <p:nvPr/>
        </p:nvCxnSpPr>
        <p:spPr>
          <a:xfrm>
            <a:off x="4764597" y="2385307"/>
            <a:ext cx="114090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31D87CE-59D8-9F4F-3496-CF9E706169F5}"/>
              </a:ext>
            </a:extLst>
          </p:cNvPr>
          <p:cNvSpPr txBox="1"/>
          <p:nvPr/>
        </p:nvSpPr>
        <p:spPr>
          <a:xfrm>
            <a:off x="4485620" y="2451499"/>
            <a:ext cx="1806124" cy="28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200" dirty="0" err="1">
                <a:solidFill>
                  <a:schemeClr val="bg1"/>
                </a:solidFill>
              </a:rPr>
              <a:t>Length_front_extend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02E4F5-E0FB-E80D-D8AF-718C12BAFCA9}"/>
              </a:ext>
            </a:extLst>
          </p:cNvPr>
          <p:cNvSpPr txBox="1"/>
          <p:nvPr/>
        </p:nvSpPr>
        <p:spPr>
          <a:xfrm>
            <a:off x="5602784" y="1788560"/>
            <a:ext cx="721715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width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FA0DC09-7680-A2DF-9351-9A87EA8835E8}"/>
              </a:ext>
            </a:extLst>
          </p:cNvPr>
          <p:cNvGrpSpPr/>
          <p:nvPr/>
        </p:nvGrpSpPr>
        <p:grpSpPr>
          <a:xfrm>
            <a:off x="5905500" y="2032000"/>
            <a:ext cx="1603" cy="342415"/>
            <a:chOff x="5905500" y="2032000"/>
            <a:chExt cx="1603" cy="342415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B993FB1-CD97-D8CC-25C8-BDB40B23BD37}"/>
                </a:ext>
              </a:extLst>
            </p:cNvPr>
            <p:cNvCxnSpPr>
              <a:cxnSpLocks/>
            </p:cNvCxnSpPr>
            <p:nvPr/>
          </p:nvCxnSpPr>
          <p:spPr>
            <a:xfrm>
              <a:off x="5907103" y="2032000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BED5A79-E391-F968-47D1-98C457E1B7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00" y="2247978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202E355-4293-BB0C-E75B-72DE363D5AC7}"/>
              </a:ext>
            </a:extLst>
          </p:cNvPr>
          <p:cNvGrpSpPr/>
          <p:nvPr/>
        </p:nvGrpSpPr>
        <p:grpSpPr>
          <a:xfrm>
            <a:off x="11488753" y="1952433"/>
            <a:ext cx="9525" cy="501165"/>
            <a:chOff x="5907103" y="2032000"/>
            <a:chExt cx="9525" cy="501165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3F46E38-4D55-2E05-8011-C8D1DDDFA776}"/>
                </a:ext>
              </a:extLst>
            </p:cNvPr>
            <p:cNvCxnSpPr>
              <a:cxnSpLocks/>
            </p:cNvCxnSpPr>
            <p:nvPr/>
          </p:nvCxnSpPr>
          <p:spPr>
            <a:xfrm>
              <a:off x="5907103" y="2032000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F7CB961-8B66-940E-71EE-EEDA966EE6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5025" y="2406728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5A4A7FC9-FD98-56FA-E89D-1A721D3A5035}"/>
              </a:ext>
            </a:extLst>
          </p:cNvPr>
          <p:cNvSpPr txBox="1"/>
          <p:nvPr/>
        </p:nvSpPr>
        <p:spPr>
          <a:xfrm>
            <a:off x="9817169" y="1645395"/>
            <a:ext cx="1927597" cy="2544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 err="1">
                <a:solidFill>
                  <a:schemeClr val="bg1"/>
                </a:solidFill>
              </a:rPr>
              <a:t>waveguide_width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428DCC-C90D-D513-706E-A1A8ED039DAE}"/>
              </a:ext>
            </a:extLst>
          </p:cNvPr>
          <p:cNvSpPr txBox="1"/>
          <p:nvPr/>
        </p:nvSpPr>
        <p:spPr>
          <a:xfrm>
            <a:off x="4904609" y="1821526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a0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56069B-E417-9316-E01F-BB75C539550F}"/>
              </a:ext>
            </a:extLst>
          </p:cNvPr>
          <p:cNvSpPr txBox="1"/>
          <p:nvPr/>
        </p:nvSpPr>
        <p:spPr>
          <a:xfrm>
            <a:off x="11058135" y="2327161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b0</a:t>
            </a:r>
            <a:endParaRPr 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255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309455-C110-3E9F-9FE9-3292599A3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442" y="1223590"/>
            <a:ext cx="6455310" cy="2378573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343AFE4-8020-961F-BA7C-D5A7C52616EB}"/>
              </a:ext>
            </a:extLst>
          </p:cNvPr>
          <p:cNvCxnSpPr>
            <a:cxnSpLocks/>
          </p:cNvCxnSpPr>
          <p:nvPr/>
        </p:nvCxnSpPr>
        <p:spPr>
          <a:xfrm>
            <a:off x="5280216" y="1221675"/>
            <a:ext cx="0" cy="2380488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0B5C6-603B-186C-F393-CA4D3B8E9D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600"/>
              <a:t>Parameters:</a:t>
            </a:r>
          </a:p>
          <a:p>
            <a:pPr lvl="1"/>
            <a:r>
              <a:rPr lang="en-US" sz="1400"/>
              <a:t>wavegudie_width</a:t>
            </a:r>
          </a:p>
          <a:p>
            <a:pPr lvl="1"/>
            <a:r>
              <a:rPr lang="en-US" sz="1400"/>
              <a:t>width1</a:t>
            </a:r>
          </a:p>
          <a:p>
            <a:pPr lvl="1"/>
            <a:r>
              <a:rPr lang="en-US" sz="1400"/>
              <a:t>width2</a:t>
            </a:r>
          </a:p>
          <a:p>
            <a:pPr lvl="1"/>
            <a:r>
              <a:rPr lang="en-US" sz="1400"/>
              <a:t>width3</a:t>
            </a:r>
          </a:p>
          <a:p>
            <a:pPr lvl="1"/>
            <a:r>
              <a:rPr lang="en-US" sz="1400"/>
              <a:t>width_top_tapper</a:t>
            </a:r>
          </a:p>
          <a:p>
            <a:pPr lvl="1"/>
            <a:r>
              <a:rPr lang="en-US" sz="1400"/>
              <a:t>length1</a:t>
            </a:r>
          </a:p>
          <a:p>
            <a:pPr lvl="1"/>
            <a:r>
              <a:rPr lang="en-US" sz="1400"/>
              <a:t>length2</a:t>
            </a:r>
          </a:p>
          <a:p>
            <a:pPr lvl="1"/>
            <a:r>
              <a:rPr lang="en-US" sz="1400"/>
              <a:t>length3</a:t>
            </a:r>
          </a:p>
          <a:p>
            <a:pPr lvl="1"/>
            <a:r>
              <a:rPr lang="en-US" sz="1400"/>
              <a:t>Extra:</a:t>
            </a:r>
          </a:p>
          <a:p>
            <a:pPr lvl="2"/>
            <a:r>
              <a:rPr lang="en-US" sz="1400"/>
              <a:t>length_front_extend: 5 um</a:t>
            </a:r>
          </a:p>
          <a:p>
            <a:pPr lvl="2"/>
            <a:r>
              <a:rPr lang="en-US" sz="1400"/>
              <a:t>length_back_extend: 10 um</a:t>
            </a:r>
          </a:p>
          <a:p>
            <a:pPr lvl="2"/>
            <a:r>
              <a:rPr lang="en-US" sz="1400"/>
              <a:t>window_open: 50 um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9BF151-FACB-43EB-0843-1FB2DACEB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Double Edge coupler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06C09E-596C-AD8B-F873-766CA3505AB3}"/>
              </a:ext>
            </a:extLst>
          </p:cNvPr>
          <p:cNvSpPr txBox="1"/>
          <p:nvPr/>
        </p:nvSpPr>
        <p:spPr>
          <a:xfrm>
            <a:off x="8927911" y="1658050"/>
            <a:ext cx="1927597" cy="2544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width3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1F495A-33CE-9449-F28D-59603B94B8A0}"/>
              </a:ext>
            </a:extLst>
          </p:cNvPr>
          <p:cNvGrpSpPr/>
          <p:nvPr/>
        </p:nvGrpSpPr>
        <p:grpSpPr>
          <a:xfrm>
            <a:off x="9891710" y="1940526"/>
            <a:ext cx="1603" cy="713096"/>
            <a:chOff x="5912642" y="1829594"/>
            <a:chExt cx="1603" cy="713096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348ACDD-2CEF-12EB-1C73-3D5AFAF26E1A}"/>
                </a:ext>
              </a:extLst>
            </p:cNvPr>
            <p:cNvCxnSpPr>
              <a:cxnSpLocks/>
            </p:cNvCxnSpPr>
            <p:nvPr/>
          </p:nvCxnSpPr>
          <p:spPr>
            <a:xfrm>
              <a:off x="5914245" y="1829594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C0E6BC9-E1A1-DBC0-5654-CAD25E7009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642" y="2416253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FCCA0B9-9F8C-E5FD-46D8-0D2DBEA7AF7F}"/>
              </a:ext>
            </a:extLst>
          </p:cNvPr>
          <p:cNvSpPr txBox="1"/>
          <p:nvPr/>
        </p:nvSpPr>
        <p:spPr>
          <a:xfrm>
            <a:off x="7968021" y="1746950"/>
            <a:ext cx="1927597" cy="2544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width2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7C9824E-1C5A-E064-28A8-C0C92DE133D2}"/>
              </a:ext>
            </a:extLst>
          </p:cNvPr>
          <p:cNvGrpSpPr/>
          <p:nvPr/>
        </p:nvGrpSpPr>
        <p:grpSpPr>
          <a:xfrm>
            <a:off x="8934261" y="2029426"/>
            <a:ext cx="5512" cy="531367"/>
            <a:chOff x="5908733" y="1829594"/>
            <a:chExt cx="5512" cy="53136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6C1DCE-C5AC-D48C-9B85-CAAA3673A265}"/>
                </a:ext>
              </a:extLst>
            </p:cNvPr>
            <p:cNvCxnSpPr>
              <a:cxnSpLocks/>
            </p:cNvCxnSpPr>
            <p:nvPr/>
          </p:nvCxnSpPr>
          <p:spPr>
            <a:xfrm>
              <a:off x="5914245" y="1829594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BF1071C-F60A-5F01-DE68-1E462DF855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8733" y="2234524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8BBD936-C7BE-38CB-69ED-A049E3C4CDB2}"/>
              </a:ext>
            </a:extLst>
          </p:cNvPr>
          <p:cNvSpPr txBox="1"/>
          <p:nvPr/>
        </p:nvSpPr>
        <p:spPr>
          <a:xfrm>
            <a:off x="5071604" y="1836541"/>
            <a:ext cx="915629" cy="2312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width1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67BA1BB-3B25-1227-FD06-10985ED24F08}"/>
              </a:ext>
            </a:extLst>
          </p:cNvPr>
          <p:cNvGrpSpPr/>
          <p:nvPr/>
        </p:nvGrpSpPr>
        <p:grpSpPr>
          <a:xfrm>
            <a:off x="7228588" y="2145457"/>
            <a:ext cx="2441" cy="302767"/>
            <a:chOff x="5923770" y="1943894"/>
            <a:chExt cx="2441" cy="302767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EF1F8EE-BE4B-A296-CCF0-263C3B5CA2A4}"/>
                </a:ext>
              </a:extLst>
            </p:cNvPr>
            <p:cNvCxnSpPr>
              <a:cxnSpLocks/>
            </p:cNvCxnSpPr>
            <p:nvPr/>
          </p:nvCxnSpPr>
          <p:spPr>
            <a:xfrm>
              <a:off x="5923770" y="1943894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2949D8E-8454-900C-718D-47AE59DEF9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4608" y="2120224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E672872-03C4-8B34-0B74-A2A202C39C27}"/>
              </a:ext>
            </a:extLst>
          </p:cNvPr>
          <p:cNvSpPr txBox="1"/>
          <p:nvPr/>
        </p:nvSpPr>
        <p:spPr>
          <a:xfrm>
            <a:off x="6107031" y="1820266"/>
            <a:ext cx="2204694" cy="2312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/>
            <a:r>
              <a:rPr lang="en-US" sz="1400" dirty="0" err="1">
                <a:solidFill>
                  <a:schemeClr val="bg1"/>
                </a:solidFill>
              </a:rPr>
              <a:t>width_top_tapper</a:t>
            </a: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52C7FD-17A4-6B90-B53C-2D886A53FD51}"/>
              </a:ext>
            </a:extLst>
          </p:cNvPr>
          <p:cNvGrpSpPr/>
          <p:nvPr/>
        </p:nvGrpSpPr>
        <p:grpSpPr>
          <a:xfrm>
            <a:off x="5513687" y="2145457"/>
            <a:ext cx="1603" cy="299959"/>
            <a:chOff x="5923770" y="1943894"/>
            <a:chExt cx="1603" cy="299959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78F9773-DD74-85C9-FFA9-E87AFB9E425D}"/>
                </a:ext>
              </a:extLst>
            </p:cNvPr>
            <p:cNvCxnSpPr>
              <a:cxnSpLocks/>
            </p:cNvCxnSpPr>
            <p:nvPr/>
          </p:nvCxnSpPr>
          <p:spPr>
            <a:xfrm>
              <a:off x="5923770" y="1943894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8BB9740-EF68-911A-5D03-847D053A5F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3770" y="2117416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BF4BEAF-4D2A-C8EF-D8A8-D72B3A90350D}"/>
              </a:ext>
            </a:extLst>
          </p:cNvPr>
          <p:cNvSpPr txBox="1"/>
          <p:nvPr/>
        </p:nvSpPr>
        <p:spPr>
          <a:xfrm>
            <a:off x="9958204" y="2488155"/>
            <a:ext cx="1182548" cy="2544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waveguide_width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22E2D4A-75E7-5519-2DAA-D7FC31C38AB8}"/>
              </a:ext>
            </a:extLst>
          </p:cNvPr>
          <p:cNvGrpSpPr/>
          <p:nvPr/>
        </p:nvGrpSpPr>
        <p:grpSpPr>
          <a:xfrm>
            <a:off x="10377485" y="2097828"/>
            <a:ext cx="1603" cy="390327"/>
            <a:chOff x="5912642" y="1829594"/>
            <a:chExt cx="1603" cy="390327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B18F945-4E27-BCF9-06D3-BFE322796FDB}"/>
                </a:ext>
              </a:extLst>
            </p:cNvPr>
            <p:cNvCxnSpPr>
              <a:cxnSpLocks/>
            </p:cNvCxnSpPr>
            <p:nvPr/>
          </p:nvCxnSpPr>
          <p:spPr>
            <a:xfrm>
              <a:off x="5914245" y="1829594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4EEB949-CA34-3338-65C1-1F59A2940C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642" y="2093484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E52DFB5-6E4D-28AD-A5BA-531BB9A61240}"/>
              </a:ext>
            </a:extLst>
          </p:cNvPr>
          <p:cNvCxnSpPr>
            <a:cxnSpLocks/>
          </p:cNvCxnSpPr>
          <p:nvPr/>
        </p:nvCxnSpPr>
        <p:spPr>
          <a:xfrm>
            <a:off x="5068170" y="2555655"/>
            <a:ext cx="445517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1958AD9-BC99-B388-0E28-B4BC73D6EF97}"/>
              </a:ext>
            </a:extLst>
          </p:cNvPr>
          <p:cNvSpPr txBox="1"/>
          <p:nvPr/>
        </p:nvSpPr>
        <p:spPr>
          <a:xfrm>
            <a:off x="4753273" y="2592145"/>
            <a:ext cx="1222111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length_front_extend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44AD796-BDCF-9989-0D32-738FCC27370B}"/>
              </a:ext>
            </a:extLst>
          </p:cNvPr>
          <p:cNvCxnSpPr>
            <a:cxnSpLocks/>
          </p:cNvCxnSpPr>
          <p:nvPr/>
        </p:nvCxnSpPr>
        <p:spPr>
          <a:xfrm>
            <a:off x="5513687" y="2553847"/>
            <a:ext cx="1714901" cy="1808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1A9DF49-ED85-3FF9-B1E9-43CF6D5A9433}"/>
              </a:ext>
            </a:extLst>
          </p:cNvPr>
          <p:cNvSpPr txBox="1"/>
          <p:nvPr/>
        </p:nvSpPr>
        <p:spPr>
          <a:xfrm>
            <a:off x="5857143" y="2594038"/>
            <a:ext cx="1222111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length1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12762FF-CFCB-A35E-75CE-88C1D526FEB4}"/>
              </a:ext>
            </a:extLst>
          </p:cNvPr>
          <p:cNvCxnSpPr>
            <a:cxnSpLocks/>
          </p:cNvCxnSpPr>
          <p:nvPr/>
        </p:nvCxnSpPr>
        <p:spPr>
          <a:xfrm>
            <a:off x="7219360" y="2598142"/>
            <a:ext cx="1714901" cy="1808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58CAAC5-0195-5A73-521D-CF2B2516B3DF}"/>
              </a:ext>
            </a:extLst>
          </p:cNvPr>
          <p:cNvSpPr txBox="1"/>
          <p:nvPr/>
        </p:nvSpPr>
        <p:spPr>
          <a:xfrm>
            <a:off x="7515075" y="2583628"/>
            <a:ext cx="1222111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length2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48AD8A4-B217-1CAE-25B3-3BA1D96D6DD5}"/>
              </a:ext>
            </a:extLst>
          </p:cNvPr>
          <p:cNvCxnSpPr>
            <a:cxnSpLocks/>
          </p:cNvCxnSpPr>
          <p:nvPr/>
        </p:nvCxnSpPr>
        <p:spPr>
          <a:xfrm>
            <a:off x="8939948" y="2654663"/>
            <a:ext cx="951761" cy="431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65F1F57-FDF2-E297-C8C5-22CA1BCA8BF0}"/>
              </a:ext>
            </a:extLst>
          </p:cNvPr>
          <p:cNvSpPr txBox="1"/>
          <p:nvPr/>
        </p:nvSpPr>
        <p:spPr>
          <a:xfrm>
            <a:off x="8804772" y="2686517"/>
            <a:ext cx="1222111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length3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CFF539F-2F55-819D-6D32-F047EBAE8DD5}"/>
              </a:ext>
            </a:extLst>
          </p:cNvPr>
          <p:cNvCxnSpPr>
            <a:cxnSpLocks/>
          </p:cNvCxnSpPr>
          <p:nvPr/>
        </p:nvCxnSpPr>
        <p:spPr>
          <a:xfrm>
            <a:off x="9790442" y="3109527"/>
            <a:ext cx="877558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DCBFEFB-008C-56D9-B567-D65EBC0E6269}"/>
              </a:ext>
            </a:extLst>
          </p:cNvPr>
          <p:cNvSpPr txBox="1"/>
          <p:nvPr/>
        </p:nvSpPr>
        <p:spPr>
          <a:xfrm>
            <a:off x="9538745" y="3091248"/>
            <a:ext cx="1380952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Length_back_extend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372371E-2286-77FA-297F-6E4FA00C0853}"/>
              </a:ext>
            </a:extLst>
          </p:cNvPr>
          <p:cNvCxnSpPr>
            <a:cxnSpLocks/>
          </p:cNvCxnSpPr>
          <p:nvPr/>
        </p:nvCxnSpPr>
        <p:spPr>
          <a:xfrm>
            <a:off x="4799655" y="1458620"/>
            <a:ext cx="0" cy="1720718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F4BC515-00D5-3236-C4CC-1399B574F165}"/>
              </a:ext>
            </a:extLst>
          </p:cNvPr>
          <p:cNvSpPr txBox="1"/>
          <p:nvPr/>
        </p:nvSpPr>
        <p:spPr>
          <a:xfrm>
            <a:off x="4620205" y="1216772"/>
            <a:ext cx="1527638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window_open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C79C3F-5479-F065-B985-0493C93094EA}"/>
              </a:ext>
            </a:extLst>
          </p:cNvPr>
          <p:cNvSpPr txBox="1"/>
          <p:nvPr/>
        </p:nvSpPr>
        <p:spPr>
          <a:xfrm>
            <a:off x="4885639" y="1952189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a0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95687B-ECEC-A743-612D-B023FDBF4AF7}"/>
              </a:ext>
            </a:extLst>
          </p:cNvPr>
          <p:cNvSpPr txBox="1"/>
          <p:nvPr/>
        </p:nvSpPr>
        <p:spPr>
          <a:xfrm>
            <a:off x="10488036" y="1818313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b0</a:t>
            </a:r>
            <a:endParaRPr 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176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858164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#1 Logo horizontal">
  <a:themeElements>
    <a:clrScheme name="CSEM Theme Color #1">
      <a:dk1>
        <a:srgbClr val="283147"/>
      </a:dk1>
      <a:lt1>
        <a:sysClr val="window" lastClr="FFFFFF"/>
      </a:lt1>
      <a:dk2>
        <a:srgbClr val="00B0F0"/>
      </a:dk2>
      <a:lt2>
        <a:srgbClr val="DFE3E5"/>
      </a:lt2>
      <a:accent1>
        <a:srgbClr val="00B0F0"/>
      </a:accent1>
      <a:accent2>
        <a:srgbClr val="FF00FF"/>
      </a:accent2>
      <a:accent3>
        <a:srgbClr val="00FF00"/>
      </a:accent3>
      <a:accent4>
        <a:srgbClr val="FFFF00"/>
      </a:accent4>
      <a:accent5>
        <a:srgbClr val="FF0066"/>
      </a:accent5>
      <a:accent6>
        <a:srgbClr val="9933FF"/>
      </a:accent6>
      <a:hlink>
        <a:srgbClr val="00B0F0"/>
      </a:hlink>
      <a:folHlink>
        <a:srgbClr val="A4DEF4"/>
      </a:folHlink>
    </a:clrScheme>
    <a:fontScheme name="MyCSEM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>
          <a:lnSpc>
            <a:spcPct val="110000"/>
          </a:lnSpc>
          <a:spcAft>
            <a:spcPts val="1200"/>
          </a:spcAft>
          <a:buClr>
            <a:schemeClr val="bg2"/>
          </a:buCl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SEM-DARK-slide-deck.potx" id="{1C856B38-015A-4C5C-9B86-61ED04AD5C5A}" vid="{E258FBCB-80C3-4EE1-A361-7F49D5060681}"/>
    </a:ext>
  </a:extLst>
</a:theme>
</file>

<file path=ppt/theme/theme2.xml><?xml version="1.0" encoding="utf-8"?>
<a:theme xmlns:a="http://schemas.openxmlformats.org/drawingml/2006/main" name="1_Master Color #1">
  <a:themeElements>
    <a:clrScheme name="CSEM Theme Color #1">
      <a:dk1>
        <a:srgbClr val="283147"/>
      </a:dk1>
      <a:lt1>
        <a:sysClr val="window" lastClr="FFFFFF"/>
      </a:lt1>
      <a:dk2>
        <a:srgbClr val="00B0F0"/>
      </a:dk2>
      <a:lt2>
        <a:srgbClr val="DFE3E5"/>
      </a:lt2>
      <a:accent1>
        <a:srgbClr val="00B0F0"/>
      </a:accent1>
      <a:accent2>
        <a:srgbClr val="FF00FF"/>
      </a:accent2>
      <a:accent3>
        <a:srgbClr val="00FF00"/>
      </a:accent3>
      <a:accent4>
        <a:srgbClr val="FFFF00"/>
      </a:accent4>
      <a:accent5>
        <a:srgbClr val="FF0066"/>
      </a:accent5>
      <a:accent6>
        <a:srgbClr val="9933FF"/>
      </a:accent6>
      <a:hlink>
        <a:srgbClr val="00B0F0"/>
      </a:hlink>
      <a:folHlink>
        <a:srgbClr val="A4DEF4"/>
      </a:folHlink>
    </a:clrScheme>
    <a:fontScheme name="My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pattFill prst="pct60">
          <a:fgClr>
            <a:schemeClr val="bg1"/>
          </a:fgClr>
          <a:bgClr>
            <a:schemeClr val="bg1">
              <a:lumMod val="85000"/>
            </a:schemeClr>
          </a:bgClr>
        </a:pattFill>
        <a:effectLst/>
      </a:spPr>
      <a:bodyPr wrap="square" anchor="ctr">
        <a:noAutofit/>
      </a:bodyPr>
      <a:lstStyle>
        <a:defPPr indent="0" algn="ctr" defTabSz="914400">
          <a:lnSpc>
            <a:spcPct val="90000"/>
          </a:lnSpc>
          <a:spcBef>
            <a:spcPts val="1000"/>
          </a:spcBef>
          <a:buFont typeface="Arial" panose="020B0604020202020204" pitchFamily="34" charset="0"/>
          <a:buNone/>
          <a:defRPr sz="1800">
            <a:solidFill>
              <a:schemeClr val="tx1">
                <a:alpha val="73000"/>
              </a:schemeClr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CSEM-DARK-slide-deck.potx" id="{1C856B38-015A-4C5C-9B86-61ED04AD5C5A}" vid="{3966D337-89E7-4D75-8B1F-F53E6AE6F2EC}"/>
    </a:ext>
  </a:extLst>
</a:theme>
</file>

<file path=ppt/theme/theme3.xml><?xml version="1.0" encoding="utf-8"?>
<a:theme xmlns:a="http://schemas.openxmlformats.org/drawingml/2006/main" name="Master Color #1">
  <a:themeElements>
    <a:clrScheme name="CSEM Theme Color #1">
      <a:dk1>
        <a:srgbClr val="283147"/>
      </a:dk1>
      <a:lt1>
        <a:sysClr val="window" lastClr="FFFFFF"/>
      </a:lt1>
      <a:dk2>
        <a:srgbClr val="00B0F0"/>
      </a:dk2>
      <a:lt2>
        <a:srgbClr val="DFE3E5"/>
      </a:lt2>
      <a:accent1>
        <a:srgbClr val="00B0F0"/>
      </a:accent1>
      <a:accent2>
        <a:srgbClr val="FF00FF"/>
      </a:accent2>
      <a:accent3>
        <a:srgbClr val="00FF00"/>
      </a:accent3>
      <a:accent4>
        <a:srgbClr val="FFFF00"/>
      </a:accent4>
      <a:accent5>
        <a:srgbClr val="FF0066"/>
      </a:accent5>
      <a:accent6>
        <a:srgbClr val="9933FF"/>
      </a:accent6>
      <a:hlink>
        <a:srgbClr val="00B0F0"/>
      </a:hlink>
      <a:folHlink>
        <a:srgbClr val="A4DEF4"/>
      </a:folHlink>
    </a:clrScheme>
    <a:fontScheme name="My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pattFill prst="pct60">
          <a:fgClr>
            <a:schemeClr val="bg1"/>
          </a:fgClr>
          <a:bgClr>
            <a:schemeClr val="bg1">
              <a:lumMod val="85000"/>
            </a:schemeClr>
          </a:bgClr>
        </a:pattFill>
        <a:effectLst/>
      </a:spPr>
      <a:bodyPr wrap="square" anchor="ctr">
        <a:noAutofit/>
      </a:bodyPr>
      <a:lstStyle>
        <a:defPPr indent="0" algn="ctr" defTabSz="914400">
          <a:lnSpc>
            <a:spcPct val="90000"/>
          </a:lnSpc>
          <a:spcBef>
            <a:spcPts val="1000"/>
          </a:spcBef>
          <a:buFont typeface="Arial" panose="020B0604020202020204" pitchFamily="34" charset="0"/>
          <a:buNone/>
          <a:defRPr sz="1800">
            <a:solidFill>
              <a:schemeClr val="tx1">
                <a:alpha val="73000"/>
              </a:schemeClr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CSEM-DARK-slide-deck.potx" id="{1C856B38-015A-4C5C-9B86-61ED04AD5C5A}" vid="{C217CB43-7CBB-47EA-B31E-B2B9D3790CD1}"/>
    </a:ext>
  </a:extLst>
</a:theme>
</file>

<file path=ppt/theme/theme4.xml><?xml version="1.0" encoding="utf-8"?>
<a:theme xmlns:a="http://schemas.openxmlformats.org/drawingml/2006/main" name="Master Color #2">
  <a:themeElements>
    <a:clrScheme name="CSEM Theme Color #2">
      <a:dk1>
        <a:srgbClr val="283147"/>
      </a:dk1>
      <a:lt1>
        <a:srgbClr val="FFFFFF"/>
      </a:lt1>
      <a:dk2>
        <a:srgbClr val="00B0F0"/>
      </a:dk2>
      <a:lt2>
        <a:srgbClr val="DFE3E5"/>
      </a:lt2>
      <a:accent1>
        <a:srgbClr val="00B0F0"/>
      </a:accent1>
      <a:accent2>
        <a:srgbClr val="0070C0"/>
      </a:accent2>
      <a:accent3>
        <a:srgbClr val="8971E1"/>
      </a:accent3>
      <a:accent4>
        <a:srgbClr val="7030A0"/>
      </a:accent4>
      <a:accent5>
        <a:srgbClr val="FE65FF"/>
      </a:accent5>
      <a:accent6>
        <a:srgbClr val="FF00FF"/>
      </a:accent6>
      <a:hlink>
        <a:srgbClr val="00B0F0"/>
      </a:hlink>
      <a:folHlink>
        <a:srgbClr val="596C9D"/>
      </a:folHlink>
    </a:clrScheme>
    <a:fontScheme name="My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pattFill prst="pct60">
          <a:fgClr>
            <a:schemeClr val="bg1"/>
          </a:fgClr>
          <a:bgClr>
            <a:schemeClr val="bg1">
              <a:lumMod val="85000"/>
            </a:schemeClr>
          </a:bgClr>
        </a:pattFill>
        <a:effectLst/>
      </a:spPr>
      <a:bodyPr wrap="square" anchor="ctr">
        <a:noAutofit/>
      </a:bodyPr>
      <a:lstStyle>
        <a:defPPr indent="0" algn="ctr" defTabSz="914400">
          <a:lnSpc>
            <a:spcPct val="90000"/>
          </a:lnSpc>
          <a:spcBef>
            <a:spcPts val="1000"/>
          </a:spcBef>
          <a:buFont typeface="Arial" panose="020B0604020202020204" pitchFamily="34" charset="0"/>
          <a:buNone/>
          <a:defRPr sz="1800">
            <a:solidFill>
              <a:schemeClr val="tx1">
                <a:alpha val="73000"/>
              </a:schemeClr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CSEM-DARK-slide-deck.potx" id="{1C856B38-015A-4C5C-9B86-61ED04AD5C5A}" vid="{403FB781-96F0-42A2-820D-09C13FCF05E8}"/>
    </a:ext>
  </a:extLst>
</a:theme>
</file>

<file path=ppt/theme/theme5.xml><?xml version="1.0" encoding="utf-8"?>
<a:theme xmlns:a="http://schemas.openxmlformats.org/drawingml/2006/main" name="Master Color #3">
  <a:themeElements>
    <a:clrScheme name="CSEM Theme Color #3">
      <a:dk1>
        <a:srgbClr val="283147"/>
      </a:dk1>
      <a:lt1>
        <a:sysClr val="window" lastClr="FFFFFF"/>
      </a:lt1>
      <a:dk2>
        <a:srgbClr val="00B0F0"/>
      </a:dk2>
      <a:lt2>
        <a:srgbClr val="DBEFF9"/>
      </a:lt2>
      <a:accent1>
        <a:srgbClr val="00B0F0"/>
      </a:accent1>
      <a:accent2>
        <a:srgbClr val="0F6FC6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My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pattFill prst="pct60">
          <a:fgClr>
            <a:schemeClr val="bg1"/>
          </a:fgClr>
          <a:bgClr>
            <a:schemeClr val="bg1">
              <a:lumMod val="85000"/>
            </a:schemeClr>
          </a:bgClr>
        </a:pattFill>
        <a:effectLst/>
      </a:spPr>
      <a:bodyPr wrap="square" anchor="ctr">
        <a:noAutofit/>
      </a:bodyPr>
      <a:lstStyle>
        <a:defPPr indent="0" algn="ctr" defTabSz="914400">
          <a:lnSpc>
            <a:spcPct val="90000"/>
          </a:lnSpc>
          <a:spcBef>
            <a:spcPts val="1000"/>
          </a:spcBef>
          <a:buFont typeface="Arial" panose="020B0604020202020204" pitchFamily="34" charset="0"/>
          <a:buNone/>
          <a:defRPr sz="1800">
            <a:solidFill>
              <a:schemeClr val="tx1">
                <a:alpha val="73000"/>
              </a:schemeClr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CSEM-DARK-slide-deck.potx" id="{1C856B38-015A-4C5C-9B86-61ED04AD5C5A}" vid="{14E2B181-E8C1-4950-AA71-F1E18CB9BC43}"/>
    </a:ext>
  </a:extLst>
</a:theme>
</file>

<file path=ppt/theme/theme6.xml><?xml version="1.0" encoding="utf-8"?>
<a:theme xmlns:a="http://schemas.openxmlformats.org/drawingml/2006/main" name="Master Color #4">
  <a:themeElements>
    <a:clrScheme name="CSEM Theme Color #4">
      <a:dk1>
        <a:srgbClr val="283147"/>
      </a:dk1>
      <a:lt1>
        <a:sysClr val="window" lastClr="FFFFFF"/>
      </a:lt1>
      <a:dk2>
        <a:srgbClr val="00B0F0"/>
      </a:dk2>
      <a:lt2>
        <a:srgbClr val="D8D9DC"/>
      </a:lt2>
      <a:accent1>
        <a:srgbClr val="00B0F0"/>
      </a:accent1>
      <a:accent2>
        <a:srgbClr val="4775E7"/>
      </a:accent2>
      <a:accent3>
        <a:srgbClr val="E32D91"/>
      </a:accent3>
      <a:accent4>
        <a:srgbClr val="C830CC"/>
      </a:accent4>
      <a:accent5>
        <a:srgbClr val="8971E1"/>
      </a:accent5>
      <a:accent6>
        <a:srgbClr val="FF99FF"/>
      </a:accent6>
      <a:hlink>
        <a:srgbClr val="99FF33"/>
      </a:hlink>
      <a:folHlink>
        <a:srgbClr val="8C8C8C"/>
      </a:folHlink>
    </a:clrScheme>
    <a:fontScheme name="MyCSEM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pattFill prst="pct60">
          <a:fgClr>
            <a:schemeClr val="bg1"/>
          </a:fgClr>
          <a:bgClr>
            <a:schemeClr val="bg1">
              <a:lumMod val="85000"/>
            </a:schemeClr>
          </a:bgClr>
        </a:pattFill>
        <a:effectLst/>
      </a:spPr>
      <a:bodyPr wrap="square" anchor="ctr">
        <a:noAutofit/>
      </a:bodyPr>
      <a:lstStyle>
        <a:defPPr indent="0" algn="ctr" defTabSz="914400">
          <a:lnSpc>
            <a:spcPct val="90000"/>
          </a:lnSpc>
          <a:spcBef>
            <a:spcPts val="1000"/>
          </a:spcBef>
          <a:buFont typeface="Arial" panose="020B0604020202020204" pitchFamily="34" charset="0"/>
          <a:buNone/>
          <a:defRPr sz="1800">
            <a:solidFill>
              <a:schemeClr val="tx1">
                <a:alpha val="73000"/>
              </a:schemeClr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CSEM-DARK-slide-deck.potx" id="{1C856B38-015A-4C5C-9B86-61ED04AD5C5A}" vid="{110661D2-BC81-4353-8943-07F23D465E3C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CSEM-DARK-slide-deck</Template>
  <TotalTime>0</TotalTime>
  <Words>368</Words>
  <Application>Microsoft Office PowerPoint</Application>
  <PresentationFormat>Custom</PresentationFormat>
  <Paragraphs>145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Century Gothic</vt:lpstr>
      <vt:lpstr>Lato</vt:lpstr>
      <vt:lpstr>Master #1 Logo horizontal</vt:lpstr>
      <vt:lpstr>1_Master Color #1</vt:lpstr>
      <vt:lpstr>Master Color #1</vt:lpstr>
      <vt:lpstr>Master Color #2</vt:lpstr>
      <vt:lpstr>Master Color #3</vt:lpstr>
      <vt:lpstr>Master Color #4</vt:lpstr>
      <vt:lpstr>CSEM Building block LNOI</vt:lpstr>
      <vt:lpstr>Coupler 1x2</vt:lpstr>
      <vt:lpstr>MMI</vt:lpstr>
      <vt:lpstr>Y-junction </vt:lpstr>
      <vt:lpstr>Directional coupler</vt:lpstr>
      <vt:lpstr>Extra-parameters for Coupler MMI/Y-Junction</vt:lpstr>
      <vt:lpstr>Border chip</vt:lpstr>
      <vt:lpstr>Resonator</vt:lpstr>
      <vt:lpstr>Edge coupler</vt:lpstr>
      <vt:lpstr>Single Edge coupler</vt:lpstr>
      <vt:lpstr>Double Edge coupler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CSEM Building block LiNb</dc:title>
  <dc:creator>LEO Jacopo Maria</dc:creator>
  <cp:lastModifiedBy>LEO Jacopo Maria</cp:lastModifiedBy>
  <cp:revision>3</cp:revision>
  <cp:lastPrinted>2018-09-07T07:00:28Z</cp:lastPrinted>
  <dcterms:created xsi:type="dcterms:W3CDTF">2022-06-27T07:20:09Z</dcterms:created>
  <dcterms:modified xsi:type="dcterms:W3CDTF">2022-07-08T08:02:59Z</dcterms:modified>
</cp:coreProperties>
</file>