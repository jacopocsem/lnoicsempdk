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7" r:id="rId1"/>
    <p:sldMasterId id="2147483987" r:id="rId2"/>
    <p:sldMasterId id="2147483939" r:id="rId3"/>
    <p:sldMasterId id="2147483943" r:id="rId4"/>
    <p:sldMasterId id="2147483941" r:id="rId5"/>
    <p:sldMasterId id="2147483947" r:id="rId6"/>
  </p:sldMasterIdLst>
  <p:notesMasterIdLst>
    <p:notesMasterId r:id="rId21"/>
  </p:notesMasterIdLst>
  <p:handoutMasterIdLst>
    <p:handoutMasterId r:id="rId22"/>
  </p:handoutMasterIdLst>
  <p:sldIdLst>
    <p:sldId id="476" r:id="rId7"/>
    <p:sldId id="540" r:id="rId8"/>
    <p:sldId id="525" r:id="rId9"/>
    <p:sldId id="524" r:id="rId10"/>
    <p:sldId id="526" r:id="rId11"/>
    <p:sldId id="527" r:id="rId12"/>
    <p:sldId id="528" r:id="rId13"/>
    <p:sldId id="533" r:id="rId14"/>
    <p:sldId id="529" r:id="rId15"/>
    <p:sldId id="530" r:id="rId16"/>
    <p:sldId id="531" r:id="rId17"/>
    <p:sldId id="532" r:id="rId18"/>
    <p:sldId id="541" r:id="rId19"/>
    <p:sldId id="523" r:id="rId20"/>
  </p:sldIdLst>
  <p:sldSz cx="12193588" cy="6858000"/>
  <p:notesSz cx="6805613" cy="9944100"/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-SCHMUTZ Claudine" initials="JC" lastIdx="0" clrIdx="0">
    <p:extLst>
      <p:ext uri="{19B8F6BF-5375-455C-9EA6-DF929625EA0E}">
        <p15:presenceInfo xmlns:p15="http://schemas.microsoft.com/office/powerpoint/2012/main" userId="S-1-5-21-2051235592-1819464152-561262422-33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F43"/>
    <a:srgbClr val="00B7C3"/>
    <a:srgbClr val="498205"/>
    <a:srgbClr val="00CC6A"/>
    <a:srgbClr val="068381"/>
    <a:srgbClr val="FBF201"/>
    <a:srgbClr val="FA9507"/>
    <a:srgbClr val="EF0683"/>
    <a:srgbClr val="9191B5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397" autoAdjust="0"/>
  </p:normalViewPr>
  <p:slideViewPr>
    <p:cSldViewPr snapToGrid="0" showGuides="1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06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Jacopo Maria" userId="665b09db-13aa-43ca-b6b5-4bcff6034c2e" providerId="ADAL" clId="{F5770FA6-91E2-48C2-B5F2-626821CA2EDB}"/>
    <pc:docChg chg="delSld">
      <pc:chgData name="LEO Jacopo Maria" userId="665b09db-13aa-43ca-b6b5-4bcff6034c2e" providerId="ADAL" clId="{F5770FA6-91E2-48C2-B5F2-626821CA2EDB}" dt="2022-07-20T12:40:33.861" v="5" actId="47"/>
      <pc:docMkLst>
        <pc:docMk/>
      </pc:docMkLst>
      <pc:sldChg chg="del">
        <pc:chgData name="LEO Jacopo Maria" userId="665b09db-13aa-43ca-b6b5-4bcff6034c2e" providerId="ADAL" clId="{F5770FA6-91E2-48C2-B5F2-626821CA2EDB}" dt="2022-07-20T12:40:30.228" v="0" actId="47"/>
        <pc:sldMkLst>
          <pc:docMk/>
          <pc:sldMk cId="1496031043" sldId="534"/>
        </pc:sldMkLst>
      </pc:sldChg>
      <pc:sldChg chg="del">
        <pc:chgData name="LEO Jacopo Maria" userId="665b09db-13aa-43ca-b6b5-4bcff6034c2e" providerId="ADAL" clId="{F5770FA6-91E2-48C2-B5F2-626821CA2EDB}" dt="2022-07-20T12:40:33.227" v="4" actId="47"/>
        <pc:sldMkLst>
          <pc:docMk/>
          <pc:sldMk cId="4228918081" sldId="535"/>
        </pc:sldMkLst>
      </pc:sldChg>
      <pc:sldChg chg="del">
        <pc:chgData name="LEO Jacopo Maria" userId="665b09db-13aa-43ca-b6b5-4bcff6034c2e" providerId="ADAL" clId="{F5770FA6-91E2-48C2-B5F2-626821CA2EDB}" dt="2022-07-20T12:40:31.992" v="2" actId="47"/>
        <pc:sldMkLst>
          <pc:docMk/>
          <pc:sldMk cId="743071054" sldId="536"/>
        </pc:sldMkLst>
      </pc:sldChg>
      <pc:sldChg chg="del">
        <pc:chgData name="LEO Jacopo Maria" userId="665b09db-13aa-43ca-b6b5-4bcff6034c2e" providerId="ADAL" clId="{F5770FA6-91E2-48C2-B5F2-626821CA2EDB}" dt="2022-07-20T12:40:31.010" v="1" actId="47"/>
        <pc:sldMkLst>
          <pc:docMk/>
          <pc:sldMk cId="3370689982" sldId="537"/>
        </pc:sldMkLst>
      </pc:sldChg>
      <pc:sldChg chg="del">
        <pc:chgData name="LEO Jacopo Maria" userId="665b09db-13aa-43ca-b6b5-4bcff6034c2e" providerId="ADAL" clId="{F5770FA6-91E2-48C2-B5F2-626821CA2EDB}" dt="2022-07-20T12:40:32.619" v="3" actId="47"/>
        <pc:sldMkLst>
          <pc:docMk/>
          <pc:sldMk cId="1548515468" sldId="538"/>
        </pc:sldMkLst>
      </pc:sldChg>
      <pc:sldChg chg="del">
        <pc:chgData name="LEO Jacopo Maria" userId="665b09db-13aa-43ca-b6b5-4bcff6034c2e" providerId="ADAL" clId="{F5770FA6-91E2-48C2-B5F2-626821CA2EDB}" dt="2022-07-20T12:40:33.861" v="5" actId="47"/>
        <pc:sldMkLst>
          <pc:docMk/>
          <pc:sldMk cId="87344648" sldId="539"/>
        </pc:sldMkLst>
      </pc:sldChg>
      <pc:sldMasterChg chg="delSldLayout">
        <pc:chgData name="LEO Jacopo Maria" userId="665b09db-13aa-43ca-b6b5-4bcff6034c2e" providerId="ADAL" clId="{F5770FA6-91E2-48C2-B5F2-626821CA2EDB}" dt="2022-07-20T12:40:33.861" v="5" actId="47"/>
        <pc:sldMasterMkLst>
          <pc:docMk/>
          <pc:sldMasterMk cId="1245859586" sldId="2147483877"/>
        </pc:sldMasterMkLst>
        <pc:sldLayoutChg chg="del">
          <pc:chgData name="LEO Jacopo Maria" userId="665b09db-13aa-43ca-b6b5-4bcff6034c2e" providerId="ADAL" clId="{F5770FA6-91E2-48C2-B5F2-626821CA2EDB}" dt="2022-07-20T12:40:33.227" v="4" actId="47"/>
          <pc:sldLayoutMkLst>
            <pc:docMk/>
            <pc:sldMasterMk cId="1245859586" sldId="2147483877"/>
            <pc:sldLayoutMk cId="2492012800" sldId="2147483966"/>
          </pc:sldLayoutMkLst>
        </pc:sldLayoutChg>
        <pc:sldLayoutChg chg="del">
          <pc:chgData name="LEO Jacopo Maria" userId="665b09db-13aa-43ca-b6b5-4bcff6034c2e" providerId="ADAL" clId="{F5770FA6-91E2-48C2-B5F2-626821CA2EDB}" dt="2022-07-20T12:40:33.861" v="5" actId="47"/>
          <pc:sldLayoutMkLst>
            <pc:docMk/>
            <pc:sldMasterMk cId="1245859586" sldId="2147483877"/>
            <pc:sldLayoutMk cId="1656249849" sldId="214748396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246932"/>
            <a:ext cx="2679973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9E9C0-0B42-4280-966A-DC185D8783E2}" type="datetimeFigureOut">
              <a:rPr lang="en-US" smtClean="0"/>
              <a:t>7/20/2022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51104" y="9445170"/>
            <a:ext cx="2877312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Copyright 2019 CSEM – www.csem.ch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71"/>
            <a:ext cx="2679973" cy="4989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D55D4-BF56-4D82-8755-CDC0B15D42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187271" y="6381546"/>
            <a:ext cx="3826637" cy="230832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/>
            <a:r>
              <a:rPr lang="en-US" noProof="0" dirty="0">
                <a:latin typeface="+mn-lt"/>
              </a:rPr>
              <a:t>Copyright 2018 CSEM   |  Author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04" y="246932"/>
            <a:ext cx="1286872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24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BD45E-C776-4A59-9C45-01C399D0BF2F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F07A4-C066-4727-B8EA-86300723F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13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23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46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69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92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115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337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560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783" algn="l" defTabSz="91444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F07A4-C066-4727-B8EA-86300723FF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2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Contact</a:t>
            </a:r>
            <a:r>
              <a:rPr lang="fr-CH" baseline="0"/>
              <a:t> slide</a:t>
            </a:r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F07A4-C066-4727-B8EA-86300723FF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00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user/CSEMtechnologies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hyperlink" Target="https://www.facebook.com/CSEMSA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twitter.com/cseminfo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www.linkedin.com/company/csem/" TargetMode="External"/><Relationship Id="rId9" Type="http://schemas.openxmlformats.org/officeDocument/2006/relationships/image" Target="../media/image5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Main Titl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720000" y="2952000"/>
            <a:ext cx="3921979" cy="503590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780000"/>
            <a:ext cx="3945005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 lang="en-US" sz="20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author</a:t>
            </a:r>
          </a:p>
        </p:txBody>
      </p:sp>
    </p:spTree>
    <p:extLst>
      <p:ext uri="{BB962C8B-B14F-4D97-AF65-F5344CB8AC3E}">
        <p14:creationId xmlns:p14="http://schemas.microsoft.com/office/powerpoint/2010/main" val="3338044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Main 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E8C886-60EB-45DA-A2AF-B20177D8F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36444" y="-1"/>
            <a:ext cx="9957144" cy="6685180"/>
          </a:xfrm>
          <a:custGeom>
            <a:avLst/>
            <a:gdLst>
              <a:gd name="connsiteX0" fmla="*/ 0 w 19914288"/>
              <a:gd name="connsiteY0" fmla="*/ 0 h 13370360"/>
              <a:gd name="connsiteX1" fmla="*/ 19914288 w 19914288"/>
              <a:gd name="connsiteY1" fmla="*/ 0 h 13370360"/>
              <a:gd name="connsiteX2" fmla="*/ 19914288 w 19914288"/>
              <a:gd name="connsiteY2" fmla="*/ 5371140 h 13370360"/>
              <a:gd name="connsiteX3" fmla="*/ 18761754 w 19914288"/>
              <a:gd name="connsiteY3" fmla="*/ 9485284 h 13370360"/>
              <a:gd name="connsiteX4" fmla="*/ 10984648 w 19914288"/>
              <a:gd name="connsiteY4" fmla="*/ 11538687 h 13370360"/>
              <a:gd name="connsiteX5" fmla="*/ 1429499 w 19914288"/>
              <a:gd name="connsiteY5" fmla="*/ 1983538 h 13370360"/>
              <a:gd name="connsiteX6" fmla="*/ 110310 w 19914288"/>
              <a:gd name="connsiteY6" fmla="*/ 230761 h 1337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14288" h="13370360">
                <a:moveTo>
                  <a:pt x="0" y="0"/>
                </a:moveTo>
                <a:lnTo>
                  <a:pt x="19914288" y="0"/>
                </a:lnTo>
                <a:lnTo>
                  <a:pt x="19914288" y="5371140"/>
                </a:lnTo>
                <a:lnTo>
                  <a:pt x="18761754" y="9485284"/>
                </a:lnTo>
                <a:cubicBezTo>
                  <a:pt x="17570608" y="13710310"/>
                  <a:pt x="14081078" y="14635118"/>
                  <a:pt x="10984648" y="11538687"/>
                </a:cubicBezTo>
                <a:cubicBezTo>
                  <a:pt x="1429499" y="1983538"/>
                  <a:pt x="1429499" y="1983538"/>
                  <a:pt x="1429499" y="1983538"/>
                </a:cubicBezTo>
                <a:cubicBezTo>
                  <a:pt x="848918" y="1402957"/>
                  <a:pt x="410807" y="812956"/>
                  <a:pt x="110310" y="230761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720000" y="2952000"/>
            <a:ext cx="3921979" cy="503590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780000"/>
            <a:ext cx="3945005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 lang="en-US" sz="20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author</a:t>
            </a:r>
          </a:p>
        </p:txBody>
      </p:sp>
    </p:spTree>
    <p:extLst>
      <p:ext uri="{BB962C8B-B14F-4D97-AF65-F5344CB8AC3E}">
        <p14:creationId xmlns:p14="http://schemas.microsoft.com/office/powerpoint/2010/main" val="4023873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Main Titl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720000" y="2952000"/>
            <a:ext cx="3921979" cy="50359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780000"/>
            <a:ext cx="3945005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 lang="en-US" sz="2000" b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author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FB4FCF9F-099A-4841-A0D2-1F9406BC929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12487" y="1049155"/>
            <a:ext cx="5193508" cy="5193508"/>
          </a:xfrm>
          <a:custGeom>
            <a:avLst/>
            <a:gdLst>
              <a:gd name="connsiteX0" fmla="*/ 4694318 w 9388638"/>
              <a:gd name="connsiteY0" fmla="*/ 0 h 9388637"/>
              <a:gd name="connsiteX1" fmla="*/ 5269760 w 9388638"/>
              <a:gd name="connsiteY1" fmla="*/ 238356 h 9388637"/>
              <a:gd name="connsiteX2" fmla="*/ 9150282 w 9388638"/>
              <a:gd name="connsiteY2" fmla="*/ 4118877 h 9388637"/>
              <a:gd name="connsiteX3" fmla="*/ 9150282 w 9388638"/>
              <a:gd name="connsiteY3" fmla="*/ 5269761 h 9388637"/>
              <a:gd name="connsiteX4" fmla="*/ 5269760 w 9388638"/>
              <a:gd name="connsiteY4" fmla="*/ 9150281 h 9388637"/>
              <a:gd name="connsiteX5" fmla="*/ 4118876 w 9388638"/>
              <a:gd name="connsiteY5" fmla="*/ 9150281 h 9388637"/>
              <a:gd name="connsiteX6" fmla="*/ 238356 w 9388638"/>
              <a:gd name="connsiteY6" fmla="*/ 5269761 h 9388637"/>
              <a:gd name="connsiteX7" fmla="*/ 238356 w 9388638"/>
              <a:gd name="connsiteY7" fmla="*/ 4118877 h 9388637"/>
              <a:gd name="connsiteX8" fmla="*/ 4118876 w 9388638"/>
              <a:gd name="connsiteY8" fmla="*/ 238356 h 9388637"/>
              <a:gd name="connsiteX9" fmla="*/ 4694318 w 9388638"/>
              <a:gd name="connsiteY9" fmla="*/ 0 h 938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88638" h="9388637">
                <a:moveTo>
                  <a:pt x="4694318" y="0"/>
                </a:moveTo>
                <a:cubicBezTo>
                  <a:pt x="4902588" y="0"/>
                  <a:pt x="5110856" y="79452"/>
                  <a:pt x="5269760" y="238356"/>
                </a:cubicBezTo>
                <a:lnTo>
                  <a:pt x="9150282" y="4118877"/>
                </a:lnTo>
                <a:cubicBezTo>
                  <a:pt x="9468090" y="4436684"/>
                  <a:pt x="9468090" y="4951953"/>
                  <a:pt x="9150282" y="5269761"/>
                </a:cubicBezTo>
                <a:lnTo>
                  <a:pt x="5269760" y="9150281"/>
                </a:lnTo>
                <a:cubicBezTo>
                  <a:pt x="4951952" y="9468089"/>
                  <a:pt x="4436684" y="9468089"/>
                  <a:pt x="4118876" y="9150281"/>
                </a:cubicBezTo>
                <a:lnTo>
                  <a:pt x="238356" y="5269761"/>
                </a:lnTo>
                <a:cubicBezTo>
                  <a:pt x="-79452" y="4951953"/>
                  <a:pt x="-79452" y="4436684"/>
                  <a:pt x="238356" y="4118877"/>
                </a:cubicBezTo>
                <a:lnTo>
                  <a:pt x="4118876" y="238356"/>
                </a:lnTo>
                <a:cubicBezTo>
                  <a:pt x="4277780" y="79452"/>
                  <a:pt x="4486050" y="0"/>
                  <a:pt x="4694318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4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08C566A2-1865-41A8-964C-20C135560AD3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6352674" y="119320"/>
            <a:ext cx="1529874" cy="1529874"/>
          </a:xfrm>
          <a:custGeom>
            <a:avLst/>
            <a:gdLst>
              <a:gd name="connsiteX0" fmla="*/ 1196926 w 2393853"/>
              <a:gd name="connsiteY0" fmla="*/ 0 h 2393853"/>
              <a:gd name="connsiteX1" fmla="*/ 1545217 w 2393853"/>
              <a:gd name="connsiteY1" fmla="*/ 144267 h 2393853"/>
              <a:gd name="connsiteX2" fmla="*/ 2249586 w 2393853"/>
              <a:gd name="connsiteY2" fmla="*/ 848636 h 2393853"/>
              <a:gd name="connsiteX3" fmla="*/ 2249586 w 2393853"/>
              <a:gd name="connsiteY3" fmla="*/ 1545217 h 2393853"/>
              <a:gd name="connsiteX4" fmla="*/ 1545217 w 2393853"/>
              <a:gd name="connsiteY4" fmla="*/ 2249587 h 2393853"/>
              <a:gd name="connsiteX5" fmla="*/ 848636 w 2393853"/>
              <a:gd name="connsiteY5" fmla="*/ 2249587 h 2393853"/>
              <a:gd name="connsiteX6" fmla="*/ 144267 w 2393853"/>
              <a:gd name="connsiteY6" fmla="*/ 1545217 h 2393853"/>
              <a:gd name="connsiteX7" fmla="*/ 144267 w 2393853"/>
              <a:gd name="connsiteY7" fmla="*/ 848636 h 2393853"/>
              <a:gd name="connsiteX8" fmla="*/ 848636 w 2393853"/>
              <a:gd name="connsiteY8" fmla="*/ 144267 h 2393853"/>
              <a:gd name="connsiteX9" fmla="*/ 1196926 w 2393853"/>
              <a:gd name="connsiteY9" fmla="*/ 0 h 239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3853" h="2393853">
                <a:moveTo>
                  <a:pt x="1196926" y="0"/>
                </a:moveTo>
                <a:cubicBezTo>
                  <a:pt x="1322983" y="0"/>
                  <a:pt x="1449039" y="48089"/>
                  <a:pt x="1545217" y="144267"/>
                </a:cubicBezTo>
                <a:lnTo>
                  <a:pt x="2249586" y="848636"/>
                </a:lnTo>
                <a:cubicBezTo>
                  <a:pt x="2441942" y="1040992"/>
                  <a:pt x="2441942" y="1352861"/>
                  <a:pt x="2249586" y="1545217"/>
                </a:cubicBezTo>
                <a:lnTo>
                  <a:pt x="1545217" y="2249587"/>
                </a:lnTo>
                <a:cubicBezTo>
                  <a:pt x="1352861" y="2441942"/>
                  <a:pt x="1040992" y="2441942"/>
                  <a:pt x="848636" y="2249587"/>
                </a:cubicBezTo>
                <a:lnTo>
                  <a:pt x="144267" y="1545217"/>
                </a:lnTo>
                <a:cubicBezTo>
                  <a:pt x="-48089" y="1352861"/>
                  <a:pt x="-48089" y="1040992"/>
                  <a:pt x="144267" y="848636"/>
                </a:cubicBezTo>
                <a:lnTo>
                  <a:pt x="848636" y="144267"/>
                </a:lnTo>
                <a:cubicBezTo>
                  <a:pt x="944814" y="48089"/>
                  <a:pt x="1070870" y="0"/>
                  <a:pt x="1196926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 Drag and Drop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3CB3305-5B96-425F-A3E4-B051758C6C1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126279" y="5184554"/>
            <a:ext cx="1198515" cy="1198515"/>
          </a:xfrm>
          <a:custGeom>
            <a:avLst/>
            <a:gdLst>
              <a:gd name="connsiteX0" fmla="*/ 1196935 w 2393871"/>
              <a:gd name="connsiteY0" fmla="*/ 0 h 2393871"/>
              <a:gd name="connsiteX1" fmla="*/ 1545212 w 2393871"/>
              <a:gd name="connsiteY1" fmla="*/ 144261 h 2393871"/>
              <a:gd name="connsiteX2" fmla="*/ 2249610 w 2393871"/>
              <a:gd name="connsiteY2" fmla="*/ 848659 h 2393871"/>
              <a:gd name="connsiteX3" fmla="*/ 2249610 w 2393871"/>
              <a:gd name="connsiteY3" fmla="*/ 1545212 h 2393871"/>
              <a:gd name="connsiteX4" fmla="*/ 1545212 w 2393871"/>
              <a:gd name="connsiteY4" fmla="*/ 2249610 h 2393871"/>
              <a:gd name="connsiteX5" fmla="*/ 848659 w 2393871"/>
              <a:gd name="connsiteY5" fmla="*/ 2249610 h 2393871"/>
              <a:gd name="connsiteX6" fmla="*/ 144261 w 2393871"/>
              <a:gd name="connsiteY6" fmla="*/ 1545212 h 2393871"/>
              <a:gd name="connsiteX7" fmla="*/ 144261 w 2393871"/>
              <a:gd name="connsiteY7" fmla="*/ 848659 h 2393871"/>
              <a:gd name="connsiteX8" fmla="*/ 848659 w 2393871"/>
              <a:gd name="connsiteY8" fmla="*/ 144261 h 2393871"/>
              <a:gd name="connsiteX9" fmla="*/ 1196935 w 2393871"/>
              <a:gd name="connsiteY9" fmla="*/ 0 h 239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3871" h="2393871">
                <a:moveTo>
                  <a:pt x="1196935" y="0"/>
                </a:moveTo>
                <a:cubicBezTo>
                  <a:pt x="1322987" y="0"/>
                  <a:pt x="1449038" y="48087"/>
                  <a:pt x="1545212" y="144261"/>
                </a:cubicBezTo>
                <a:lnTo>
                  <a:pt x="2249610" y="848659"/>
                </a:lnTo>
                <a:cubicBezTo>
                  <a:pt x="2441958" y="1041007"/>
                  <a:pt x="2441958" y="1352864"/>
                  <a:pt x="2249610" y="1545212"/>
                </a:cubicBezTo>
                <a:lnTo>
                  <a:pt x="1545212" y="2249610"/>
                </a:lnTo>
                <a:cubicBezTo>
                  <a:pt x="1352864" y="2441958"/>
                  <a:pt x="1041007" y="2441958"/>
                  <a:pt x="848659" y="2249610"/>
                </a:cubicBezTo>
                <a:lnTo>
                  <a:pt x="144261" y="1545212"/>
                </a:lnTo>
                <a:cubicBezTo>
                  <a:pt x="-48087" y="1352864"/>
                  <a:pt x="-48087" y="1041007"/>
                  <a:pt x="144261" y="848659"/>
                </a:cubicBezTo>
                <a:lnTo>
                  <a:pt x="848659" y="144261"/>
                </a:lnTo>
                <a:cubicBezTo>
                  <a:pt x="944833" y="48087"/>
                  <a:pt x="1070884" y="0"/>
                  <a:pt x="1196935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4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DDADA059-F0F5-47B9-A94F-B5CEEA4871E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883079" y="5171054"/>
            <a:ext cx="2090748" cy="2090750"/>
          </a:xfrm>
          <a:custGeom>
            <a:avLst/>
            <a:gdLst>
              <a:gd name="connsiteX0" fmla="*/ 1210435 w 2420868"/>
              <a:gd name="connsiteY0" fmla="*/ 0 h 2420869"/>
              <a:gd name="connsiteX1" fmla="*/ 1535665 w 2420868"/>
              <a:gd name="connsiteY1" fmla="*/ 134715 h 2420869"/>
              <a:gd name="connsiteX2" fmla="*/ 2286153 w 2420868"/>
              <a:gd name="connsiteY2" fmla="*/ 885204 h 2420869"/>
              <a:gd name="connsiteX3" fmla="*/ 2286153 w 2420868"/>
              <a:gd name="connsiteY3" fmla="*/ 1535665 h 2420869"/>
              <a:gd name="connsiteX4" fmla="*/ 1535665 w 2420868"/>
              <a:gd name="connsiteY4" fmla="*/ 2286154 h 2420869"/>
              <a:gd name="connsiteX5" fmla="*/ 885203 w 2420868"/>
              <a:gd name="connsiteY5" fmla="*/ 2286154 h 2420869"/>
              <a:gd name="connsiteX6" fmla="*/ 134715 w 2420868"/>
              <a:gd name="connsiteY6" fmla="*/ 1535665 h 2420869"/>
              <a:gd name="connsiteX7" fmla="*/ 134715 w 2420868"/>
              <a:gd name="connsiteY7" fmla="*/ 885204 h 2420869"/>
              <a:gd name="connsiteX8" fmla="*/ 885203 w 2420868"/>
              <a:gd name="connsiteY8" fmla="*/ 134715 h 2420869"/>
              <a:gd name="connsiteX9" fmla="*/ 1210435 w 2420868"/>
              <a:gd name="connsiteY9" fmla="*/ 0 h 242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20868" h="2420869">
                <a:moveTo>
                  <a:pt x="1210435" y="0"/>
                </a:moveTo>
                <a:cubicBezTo>
                  <a:pt x="1328145" y="0"/>
                  <a:pt x="1445855" y="44905"/>
                  <a:pt x="1535665" y="134715"/>
                </a:cubicBezTo>
                <a:lnTo>
                  <a:pt x="2286153" y="885204"/>
                </a:lnTo>
                <a:cubicBezTo>
                  <a:pt x="2465773" y="1064824"/>
                  <a:pt x="2465773" y="1356045"/>
                  <a:pt x="2286153" y="1535665"/>
                </a:cubicBezTo>
                <a:lnTo>
                  <a:pt x="1535665" y="2286154"/>
                </a:lnTo>
                <a:cubicBezTo>
                  <a:pt x="1356045" y="2465774"/>
                  <a:pt x="1064823" y="2465774"/>
                  <a:pt x="885203" y="2286154"/>
                </a:cubicBezTo>
                <a:lnTo>
                  <a:pt x="134715" y="1535665"/>
                </a:lnTo>
                <a:cubicBezTo>
                  <a:pt x="-44905" y="1356045"/>
                  <a:pt x="-44905" y="1064824"/>
                  <a:pt x="134715" y="885204"/>
                </a:cubicBezTo>
                <a:lnTo>
                  <a:pt x="885203" y="134715"/>
                </a:lnTo>
                <a:cubicBezTo>
                  <a:pt x="975013" y="44905"/>
                  <a:pt x="1092723" y="0"/>
                  <a:pt x="1210435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4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 Drag and Drop</a:t>
            </a:r>
          </a:p>
        </p:txBody>
      </p:sp>
    </p:spTree>
    <p:extLst>
      <p:ext uri="{BB962C8B-B14F-4D97-AF65-F5344CB8AC3E}">
        <p14:creationId xmlns:p14="http://schemas.microsoft.com/office/powerpoint/2010/main" val="3376117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D86887-FFD9-4F8E-B4C2-811B80D0B8F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31493" y="2385869"/>
            <a:ext cx="17653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127335-40F7-46EA-A7ED-B8E630C7E5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794" y="2385869"/>
            <a:ext cx="17653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5019FB-11E6-443C-92A9-BA85658FC9E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2094" y="2385869"/>
            <a:ext cx="1765301" cy="2086263"/>
          </a:xfrm>
          <a:custGeom>
            <a:avLst/>
            <a:gdLst>
              <a:gd name="connsiteX0" fmla="*/ 0 w 3530601"/>
              <a:gd name="connsiteY0" fmla="*/ 0 h 4172525"/>
              <a:gd name="connsiteX1" fmla="*/ 3530601 w 3530601"/>
              <a:gd name="connsiteY1" fmla="*/ 0 h 4172525"/>
              <a:gd name="connsiteX2" fmla="*/ 3530601 w 3530601"/>
              <a:gd name="connsiteY2" fmla="*/ 4172525 h 4172525"/>
              <a:gd name="connsiteX3" fmla="*/ 0 w 3530601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1" h="4172525">
                <a:moveTo>
                  <a:pt x="0" y="0"/>
                </a:moveTo>
                <a:lnTo>
                  <a:pt x="3530601" y="0"/>
                </a:lnTo>
                <a:lnTo>
                  <a:pt x="3530601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C2750E5-4774-4FE9-AF6A-283B3A8A02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627393" y="2385869"/>
            <a:ext cx="17653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B54411-C58A-4321-835D-9F96DCE5C21E}"/>
              </a:ext>
            </a:extLst>
          </p:cNvPr>
          <p:cNvCxnSpPr/>
          <p:nvPr userDrawn="1"/>
        </p:nvCxnSpPr>
        <p:spPr>
          <a:xfrm>
            <a:off x="60967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3173E7-346C-43AA-B49B-D6AABC71CD05}"/>
              </a:ext>
            </a:extLst>
          </p:cNvPr>
          <p:cNvCxnSpPr/>
          <p:nvPr userDrawn="1"/>
        </p:nvCxnSpPr>
        <p:spPr>
          <a:xfrm>
            <a:off x="78620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4E8EDA-0626-4C16-BBA2-5999AEF28961}"/>
              </a:ext>
            </a:extLst>
          </p:cNvPr>
          <p:cNvCxnSpPr/>
          <p:nvPr userDrawn="1"/>
        </p:nvCxnSpPr>
        <p:spPr>
          <a:xfrm>
            <a:off x="96273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CB47AA-CEC4-4AEE-A01B-5522B9571CB3}"/>
              </a:ext>
            </a:extLst>
          </p:cNvPr>
          <p:cNvCxnSpPr/>
          <p:nvPr userDrawn="1"/>
        </p:nvCxnSpPr>
        <p:spPr>
          <a:xfrm>
            <a:off x="113926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3C6D0E-152F-4551-B2BF-2588E9CD67E6}"/>
              </a:ext>
            </a:extLst>
          </p:cNvPr>
          <p:cNvCxnSpPr/>
          <p:nvPr userDrawn="1"/>
        </p:nvCxnSpPr>
        <p:spPr>
          <a:xfrm>
            <a:off x="4331495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6913" y="2998274"/>
            <a:ext cx="3411052" cy="93447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10000"/>
              </a:lnSpc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336080" y="875007"/>
            <a:ext cx="1761508" cy="1235075"/>
          </a:xfrm>
          <a:prstGeom prst="rect">
            <a:avLst/>
          </a:prstGeom>
        </p:spPr>
        <p:txBody>
          <a:bodyPr lIns="180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099852" y="875007"/>
            <a:ext cx="1761508" cy="1235075"/>
          </a:xfrm>
          <a:prstGeom prst="rect">
            <a:avLst/>
          </a:prstGeom>
        </p:spPr>
        <p:txBody>
          <a:bodyPr lIns="180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7863624" y="875007"/>
            <a:ext cx="1761508" cy="1235075"/>
          </a:xfrm>
          <a:prstGeom prst="rect">
            <a:avLst/>
          </a:prstGeom>
        </p:spPr>
        <p:txBody>
          <a:bodyPr lIns="180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9627395" y="875007"/>
            <a:ext cx="1761508" cy="1235075"/>
          </a:xfrm>
          <a:prstGeom prst="rect">
            <a:avLst/>
          </a:prstGeom>
        </p:spPr>
        <p:txBody>
          <a:bodyPr lIns="180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4343665" y="4724967"/>
            <a:ext cx="1761508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07437" y="4724967"/>
            <a:ext cx="1761508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7871209" y="4724967"/>
            <a:ext cx="1761508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9634980" y="4724967"/>
            <a:ext cx="1761508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6620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D86887-FFD9-4F8E-B4C2-811B80D0B8F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30800" y="2490044"/>
            <a:ext cx="17784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127335-40F7-46EA-A7ED-B8E630C7E5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0800" y="3115075"/>
            <a:ext cx="17784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5019FB-11E6-443C-92A9-BA85658FC9E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30800" y="2802566"/>
            <a:ext cx="1778400" cy="2086263"/>
          </a:xfrm>
          <a:custGeom>
            <a:avLst/>
            <a:gdLst>
              <a:gd name="connsiteX0" fmla="*/ 0 w 3530601"/>
              <a:gd name="connsiteY0" fmla="*/ 0 h 4172525"/>
              <a:gd name="connsiteX1" fmla="*/ 3530601 w 3530601"/>
              <a:gd name="connsiteY1" fmla="*/ 0 h 4172525"/>
              <a:gd name="connsiteX2" fmla="*/ 3530601 w 3530601"/>
              <a:gd name="connsiteY2" fmla="*/ 4172525 h 4172525"/>
              <a:gd name="connsiteX3" fmla="*/ 0 w 3530601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1" h="4172525">
                <a:moveTo>
                  <a:pt x="0" y="0"/>
                </a:moveTo>
                <a:lnTo>
                  <a:pt x="3530601" y="0"/>
                </a:lnTo>
                <a:lnTo>
                  <a:pt x="3530601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C2750E5-4774-4FE9-AF6A-283B3A8A02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730800" y="3392869"/>
            <a:ext cx="1778400" cy="2086263"/>
          </a:xfrm>
          <a:custGeom>
            <a:avLst/>
            <a:gdLst>
              <a:gd name="connsiteX0" fmla="*/ 0 w 3530600"/>
              <a:gd name="connsiteY0" fmla="*/ 0 h 4172525"/>
              <a:gd name="connsiteX1" fmla="*/ 3530600 w 3530600"/>
              <a:gd name="connsiteY1" fmla="*/ 0 h 4172525"/>
              <a:gd name="connsiteX2" fmla="*/ 3530600 w 3530600"/>
              <a:gd name="connsiteY2" fmla="*/ 4172525 h 4172525"/>
              <a:gd name="connsiteX3" fmla="*/ 0 w 3530600"/>
              <a:gd name="connsiteY3" fmla="*/ 4172525 h 41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0600" h="4172525">
                <a:moveTo>
                  <a:pt x="0" y="0"/>
                </a:moveTo>
                <a:lnTo>
                  <a:pt x="3530600" y="0"/>
                </a:lnTo>
                <a:lnTo>
                  <a:pt x="3530600" y="4172525"/>
                </a:lnTo>
                <a:lnTo>
                  <a:pt x="0" y="4172525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r>
              <a:rPr lang="en-US"/>
              <a:t>Click icon to add picture,</a:t>
            </a:r>
          </a:p>
          <a:p>
            <a:r>
              <a:rPr lang="en-US"/>
              <a:t>Drag and Drop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B54411-C58A-4321-835D-9F96DCE5C21E}"/>
              </a:ext>
            </a:extLst>
          </p:cNvPr>
          <p:cNvCxnSpPr/>
          <p:nvPr userDrawn="1"/>
        </p:nvCxnSpPr>
        <p:spPr>
          <a:xfrm>
            <a:off x="61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3173E7-346C-43AA-B49B-D6AABC71CD05}"/>
              </a:ext>
            </a:extLst>
          </p:cNvPr>
          <p:cNvCxnSpPr/>
          <p:nvPr userDrawn="1"/>
        </p:nvCxnSpPr>
        <p:spPr>
          <a:xfrm>
            <a:off x="79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4E8EDA-0626-4C16-BBA2-5999AEF28961}"/>
              </a:ext>
            </a:extLst>
          </p:cNvPr>
          <p:cNvCxnSpPr/>
          <p:nvPr userDrawn="1"/>
        </p:nvCxnSpPr>
        <p:spPr>
          <a:xfrm>
            <a:off x="97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CB47AA-CEC4-4AEE-A01B-5522B9571CB3}"/>
              </a:ext>
            </a:extLst>
          </p:cNvPr>
          <p:cNvCxnSpPr/>
          <p:nvPr userDrawn="1"/>
        </p:nvCxnSpPr>
        <p:spPr>
          <a:xfrm>
            <a:off x="115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3C6D0E-152F-4551-B2BF-2588E9CD67E6}"/>
              </a:ext>
            </a:extLst>
          </p:cNvPr>
          <p:cNvCxnSpPr/>
          <p:nvPr userDrawn="1"/>
        </p:nvCxnSpPr>
        <p:spPr>
          <a:xfrm>
            <a:off x="4320000" y="0"/>
            <a:ext cx="0" cy="68580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6913" y="2998274"/>
            <a:ext cx="3411052" cy="934478"/>
          </a:xfrm>
          <a:prstGeom prst="rect">
            <a:avLst/>
          </a:prstGeom>
        </p:spPr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330800" y="979182"/>
            <a:ext cx="1778400" cy="1235075"/>
          </a:xfrm>
          <a:prstGeom prst="rect">
            <a:avLst/>
          </a:prstGeom>
        </p:spPr>
        <p:txBody>
          <a:bodyPr lIns="108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130800" y="1604213"/>
            <a:ext cx="1778400" cy="1235075"/>
          </a:xfrm>
          <a:prstGeom prst="rect">
            <a:avLst/>
          </a:prstGeom>
        </p:spPr>
        <p:txBody>
          <a:bodyPr lIns="108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7930800" y="1291704"/>
            <a:ext cx="1778400" cy="1235075"/>
          </a:xfrm>
          <a:prstGeom prst="rect">
            <a:avLst/>
          </a:prstGeom>
        </p:spPr>
        <p:txBody>
          <a:bodyPr lIns="108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9730800" y="1882007"/>
            <a:ext cx="1778400" cy="1235075"/>
          </a:xfrm>
          <a:prstGeom prst="rect">
            <a:avLst/>
          </a:prstGeom>
        </p:spPr>
        <p:txBody>
          <a:bodyPr lIns="10800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4330800" y="4829142"/>
            <a:ext cx="1778400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30800" y="5454173"/>
            <a:ext cx="1778400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7930800" y="5141664"/>
            <a:ext cx="1778400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9730800" y="5731967"/>
            <a:ext cx="1778400" cy="1235075"/>
          </a:xfrm>
          <a:prstGeom prst="rect">
            <a:avLst/>
          </a:prstGeom>
        </p:spPr>
        <p:txBody>
          <a:bodyPr lIns="9000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7798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96913" y="1047750"/>
            <a:ext cx="10823575" cy="5200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71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Movi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F7BA31D7-C735-456F-99B4-7CBC14D4C42E}"/>
              </a:ext>
            </a:extLst>
          </p:cNvPr>
          <p:cNvSpPr>
            <a:spLocks noEditPoints="1"/>
          </p:cNvSpPr>
          <p:nvPr userDrawn="1"/>
        </p:nvSpPr>
        <p:spPr bwMode="auto">
          <a:xfrm rot="10800000" flipH="1">
            <a:off x="696913" y="1115904"/>
            <a:ext cx="574846" cy="528501"/>
          </a:xfrm>
          <a:custGeom>
            <a:avLst/>
            <a:gdLst>
              <a:gd name="T0" fmla="*/ 0 w 707"/>
              <a:gd name="T1" fmla="*/ 547 h 650"/>
              <a:gd name="T2" fmla="*/ 221 w 707"/>
              <a:gd name="T3" fmla="*/ 325 h 650"/>
              <a:gd name="T4" fmla="*/ 0 w 707"/>
              <a:gd name="T5" fmla="*/ 88 h 650"/>
              <a:gd name="T6" fmla="*/ 89 w 707"/>
              <a:gd name="T7" fmla="*/ 0 h 650"/>
              <a:gd name="T8" fmla="*/ 413 w 707"/>
              <a:gd name="T9" fmla="*/ 325 h 650"/>
              <a:gd name="T10" fmla="*/ 89 w 707"/>
              <a:gd name="T11" fmla="*/ 650 h 650"/>
              <a:gd name="T12" fmla="*/ 0 w 707"/>
              <a:gd name="T13" fmla="*/ 547 h 650"/>
              <a:gd name="T14" fmla="*/ 383 w 707"/>
              <a:gd name="T15" fmla="*/ 0 h 650"/>
              <a:gd name="T16" fmla="*/ 707 w 707"/>
              <a:gd name="T17" fmla="*/ 325 h 650"/>
              <a:gd name="T18" fmla="*/ 383 w 707"/>
              <a:gd name="T19" fmla="*/ 650 h 650"/>
              <a:gd name="T20" fmla="*/ 295 w 707"/>
              <a:gd name="T21" fmla="*/ 547 h 650"/>
              <a:gd name="T22" fmla="*/ 531 w 707"/>
              <a:gd name="T23" fmla="*/ 325 h 650"/>
              <a:gd name="T24" fmla="*/ 295 w 707"/>
              <a:gd name="T25" fmla="*/ 88 h 650"/>
              <a:gd name="T26" fmla="*/ 383 w 707"/>
              <a:gd name="T27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7" h="650">
                <a:moveTo>
                  <a:pt x="0" y="547"/>
                </a:moveTo>
                <a:lnTo>
                  <a:pt x="221" y="325"/>
                </a:lnTo>
                <a:lnTo>
                  <a:pt x="0" y="88"/>
                </a:lnTo>
                <a:lnTo>
                  <a:pt x="89" y="0"/>
                </a:lnTo>
                <a:lnTo>
                  <a:pt x="413" y="325"/>
                </a:lnTo>
                <a:lnTo>
                  <a:pt x="89" y="650"/>
                </a:lnTo>
                <a:lnTo>
                  <a:pt x="0" y="547"/>
                </a:lnTo>
                <a:close/>
                <a:moveTo>
                  <a:pt x="383" y="0"/>
                </a:moveTo>
                <a:lnTo>
                  <a:pt x="707" y="325"/>
                </a:lnTo>
                <a:lnTo>
                  <a:pt x="383" y="650"/>
                </a:lnTo>
                <a:lnTo>
                  <a:pt x="295" y="547"/>
                </a:lnTo>
                <a:lnTo>
                  <a:pt x="531" y="325"/>
                </a:lnTo>
                <a:lnTo>
                  <a:pt x="295" y="88"/>
                </a:lnTo>
                <a:lnTo>
                  <a:pt x="38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600"/>
          </a:p>
        </p:txBody>
      </p:sp>
      <p:sp>
        <p:nvSpPr>
          <p:cNvPr id="5" name="Media Placeholder 4"/>
          <p:cNvSpPr>
            <a:spLocks noGrp="1" noChangeAspect="1"/>
          </p:cNvSpPr>
          <p:nvPr>
            <p:ph type="media" sz="quarter" idx="11"/>
          </p:nvPr>
        </p:nvSpPr>
        <p:spPr>
          <a:xfrm>
            <a:off x="2055753" y="1091352"/>
            <a:ext cx="8083670" cy="4547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86953" y="5792282"/>
            <a:ext cx="3152469" cy="275836"/>
          </a:xfrm>
          <a:solidFill>
            <a:schemeClr val="tx1">
              <a:lumMod val="50000"/>
            </a:schemeClr>
          </a:solidFill>
        </p:spPr>
        <p:txBody>
          <a:bodyPr lIns="108000" rIns="108000">
            <a:spAutoFit/>
          </a:bodyPr>
          <a:lstStyle>
            <a:lvl1pPr algn="r">
              <a:defRPr sz="1200" b="0"/>
            </a:lvl1pPr>
          </a:lstStyle>
          <a:p>
            <a:r>
              <a:rPr lang="en-US" dirty="0"/>
              <a:t>Click to edit reference style</a:t>
            </a:r>
          </a:p>
        </p:txBody>
      </p:sp>
    </p:spTree>
    <p:extLst>
      <p:ext uri="{BB962C8B-B14F-4D97-AF65-F5344CB8AC3E}">
        <p14:creationId xmlns:p14="http://schemas.microsoft.com/office/powerpoint/2010/main" val="299479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Movie (full 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ChangeAspect="1"/>
          </p:cNvSpPr>
          <p:nvPr>
            <p:ph sz="quarter" idx="10" hasCustomPrompt="1"/>
          </p:nvPr>
        </p:nvSpPr>
        <p:spPr>
          <a:xfrm>
            <a:off x="0" y="0"/>
            <a:ext cx="12193588" cy="6858000"/>
          </a:xfrm>
        </p:spPr>
        <p:txBody>
          <a:bodyPr tIns="72000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 content in full screen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7655669" y="6321814"/>
            <a:ext cx="4537920" cy="275836"/>
          </a:xfrm>
          <a:solidFill>
            <a:schemeClr val="tx1">
              <a:lumMod val="50000"/>
            </a:schemeClr>
          </a:solidFill>
        </p:spPr>
        <p:txBody>
          <a:bodyPr wrap="square" lIns="108000" rIns="180000">
            <a:spAutoFit/>
          </a:bodyPr>
          <a:lstStyle>
            <a:lvl1pPr algn="r">
              <a:defRPr sz="1200" b="0"/>
            </a:lvl1pPr>
          </a:lstStyle>
          <a:p>
            <a:r>
              <a:rPr lang="en-US" dirty="0"/>
              <a:t>Click to edit reference style</a:t>
            </a:r>
          </a:p>
        </p:txBody>
      </p:sp>
    </p:spTree>
    <p:extLst>
      <p:ext uri="{BB962C8B-B14F-4D97-AF65-F5344CB8AC3E}">
        <p14:creationId xmlns:p14="http://schemas.microsoft.com/office/powerpoint/2010/main" val="3640787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Title tex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A211FA7-0CDE-4ED5-B916-4BC3E6FDFC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7587" y="0"/>
            <a:ext cx="5507038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 marL="228600" indent="-228600">
              <a:buNone/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/>
            <a:r>
              <a:rPr lang="en-US" dirty="0"/>
              <a:t>Click icon to add picture,</a:t>
            </a:r>
          </a:p>
          <a:p>
            <a:pPr marL="0" lvl="0" indent="0" algn="ctr"/>
            <a:r>
              <a:rPr lang="en-US" dirty="0"/>
              <a:t>Drag and Drop</a:t>
            </a:r>
          </a:p>
          <a:p>
            <a:pPr marL="0" lvl="0" indent="0"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20000" y="1512000"/>
            <a:ext cx="5005391" cy="4537941"/>
          </a:xfrm>
          <a:prstGeom prst="rect">
            <a:avLst/>
          </a:prstGeo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03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A211FA7-0CDE-4ED5-B916-4BC3E6FDFC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6753" y="0"/>
            <a:ext cx="5295901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3" name="Title 9"/>
          <p:cNvSpPr>
            <a:spLocks noGrp="1"/>
          </p:cNvSpPr>
          <p:nvPr>
            <p:ph type="title"/>
          </p:nvPr>
        </p:nvSpPr>
        <p:spPr>
          <a:xfrm>
            <a:off x="6299999" y="1840930"/>
            <a:ext cx="5040000" cy="460502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300000" y="2520000"/>
            <a:ext cx="5040000" cy="3111500"/>
          </a:xfrm>
          <a:prstGeom prst="rect">
            <a:avLst/>
          </a:prstGeom>
        </p:spPr>
        <p:txBody>
          <a:bodyPr lIns="0" rIns="0"/>
          <a:lstStyle>
            <a:lvl1pPr>
              <a:spcAft>
                <a:spcPts val="600"/>
              </a:spcAft>
              <a:buClr>
                <a:schemeClr val="bg2"/>
              </a:buClr>
              <a:defRPr sz="2400"/>
            </a:lvl1pPr>
            <a:lvl2pPr>
              <a:spcAft>
                <a:spcPts val="600"/>
              </a:spcAft>
              <a:buClr>
                <a:schemeClr val="bg2"/>
              </a:buClr>
              <a:defRPr sz="2000"/>
            </a:lvl2pPr>
            <a:lvl3pPr>
              <a:spcAft>
                <a:spcPts val="600"/>
              </a:spcAft>
              <a:buClr>
                <a:schemeClr val="bg2"/>
              </a:buClr>
              <a:defRPr sz="2000"/>
            </a:lvl3pPr>
            <a:lvl4pPr>
              <a:spcAft>
                <a:spcPts val="600"/>
              </a:spcAft>
              <a:buClr>
                <a:schemeClr val="bg2"/>
              </a:buClr>
              <a:defRPr sz="2000"/>
            </a:lvl4pPr>
            <a:lvl5pPr>
              <a:spcAft>
                <a:spcPts val="600"/>
              </a:spcAft>
              <a:buClr>
                <a:schemeClr val="bg2"/>
              </a:buCl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7BA31D7-C735-456F-99B4-7CBC14D4C42E}"/>
              </a:ext>
            </a:extLst>
          </p:cNvPr>
          <p:cNvSpPr>
            <a:spLocks noEditPoints="1"/>
          </p:cNvSpPr>
          <p:nvPr userDrawn="1"/>
        </p:nvSpPr>
        <p:spPr bwMode="auto">
          <a:xfrm rot="10800000" flipH="1">
            <a:off x="6299999" y="973088"/>
            <a:ext cx="574846" cy="528501"/>
          </a:xfrm>
          <a:custGeom>
            <a:avLst/>
            <a:gdLst>
              <a:gd name="T0" fmla="*/ 0 w 707"/>
              <a:gd name="T1" fmla="*/ 547 h 650"/>
              <a:gd name="T2" fmla="*/ 221 w 707"/>
              <a:gd name="T3" fmla="*/ 325 h 650"/>
              <a:gd name="T4" fmla="*/ 0 w 707"/>
              <a:gd name="T5" fmla="*/ 88 h 650"/>
              <a:gd name="T6" fmla="*/ 89 w 707"/>
              <a:gd name="T7" fmla="*/ 0 h 650"/>
              <a:gd name="T8" fmla="*/ 413 w 707"/>
              <a:gd name="T9" fmla="*/ 325 h 650"/>
              <a:gd name="T10" fmla="*/ 89 w 707"/>
              <a:gd name="T11" fmla="*/ 650 h 650"/>
              <a:gd name="T12" fmla="*/ 0 w 707"/>
              <a:gd name="T13" fmla="*/ 547 h 650"/>
              <a:gd name="T14" fmla="*/ 383 w 707"/>
              <a:gd name="T15" fmla="*/ 0 h 650"/>
              <a:gd name="T16" fmla="*/ 707 w 707"/>
              <a:gd name="T17" fmla="*/ 325 h 650"/>
              <a:gd name="T18" fmla="*/ 383 w 707"/>
              <a:gd name="T19" fmla="*/ 650 h 650"/>
              <a:gd name="T20" fmla="*/ 295 w 707"/>
              <a:gd name="T21" fmla="*/ 547 h 650"/>
              <a:gd name="T22" fmla="*/ 531 w 707"/>
              <a:gd name="T23" fmla="*/ 325 h 650"/>
              <a:gd name="T24" fmla="*/ 295 w 707"/>
              <a:gd name="T25" fmla="*/ 88 h 650"/>
              <a:gd name="T26" fmla="*/ 383 w 707"/>
              <a:gd name="T27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7" h="650">
                <a:moveTo>
                  <a:pt x="0" y="547"/>
                </a:moveTo>
                <a:lnTo>
                  <a:pt x="221" y="325"/>
                </a:lnTo>
                <a:lnTo>
                  <a:pt x="0" y="88"/>
                </a:lnTo>
                <a:lnTo>
                  <a:pt x="89" y="0"/>
                </a:lnTo>
                <a:lnTo>
                  <a:pt x="413" y="325"/>
                </a:lnTo>
                <a:lnTo>
                  <a:pt x="89" y="650"/>
                </a:lnTo>
                <a:lnTo>
                  <a:pt x="0" y="547"/>
                </a:lnTo>
                <a:close/>
                <a:moveTo>
                  <a:pt x="383" y="0"/>
                </a:moveTo>
                <a:lnTo>
                  <a:pt x="707" y="325"/>
                </a:lnTo>
                <a:lnTo>
                  <a:pt x="383" y="650"/>
                </a:lnTo>
                <a:lnTo>
                  <a:pt x="295" y="547"/>
                </a:lnTo>
                <a:lnTo>
                  <a:pt x="531" y="325"/>
                </a:lnTo>
                <a:lnTo>
                  <a:pt x="295" y="88"/>
                </a:lnTo>
                <a:lnTo>
                  <a:pt x="38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250800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 #2 &gt; 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A211FA7-0CDE-4ED5-B916-4BC3E6FDFC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08724" y="0"/>
            <a:ext cx="5295901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3" name="Title 9"/>
          <p:cNvSpPr>
            <a:spLocks noGrp="1"/>
          </p:cNvSpPr>
          <p:nvPr>
            <p:ph type="title"/>
          </p:nvPr>
        </p:nvSpPr>
        <p:spPr>
          <a:xfrm>
            <a:off x="696912" y="1840930"/>
            <a:ext cx="5145396" cy="460502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96913" y="2520000"/>
            <a:ext cx="5145396" cy="3111500"/>
          </a:xfrm>
          <a:prstGeom prst="rect">
            <a:avLst/>
          </a:prstGeom>
        </p:spPr>
        <p:txBody>
          <a:bodyPr lIns="0" rIns="0"/>
          <a:lstStyle>
            <a:lvl1pPr>
              <a:spcAft>
                <a:spcPts val="600"/>
              </a:spcAft>
              <a:buClr>
                <a:schemeClr val="bg2"/>
              </a:buClr>
              <a:defRPr sz="2400"/>
            </a:lvl1pPr>
            <a:lvl2pPr>
              <a:spcAft>
                <a:spcPts val="600"/>
              </a:spcAft>
              <a:buClr>
                <a:schemeClr val="bg2"/>
              </a:buClr>
              <a:defRPr sz="2000"/>
            </a:lvl2pPr>
            <a:lvl3pPr>
              <a:spcAft>
                <a:spcPts val="600"/>
              </a:spcAft>
              <a:buClr>
                <a:schemeClr val="bg2"/>
              </a:buClr>
              <a:defRPr sz="2000"/>
            </a:lvl3pPr>
            <a:lvl4pPr>
              <a:spcAft>
                <a:spcPts val="600"/>
              </a:spcAft>
              <a:buClr>
                <a:schemeClr val="bg2"/>
              </a:buClr>
              <a:defRPr sz="2000"/>
            </a:lvl4pPr>
            <a:lvl5pPr>
              <a:spcAft>
                <a:spcPts val="600"/>
              </a:spcAft>
              <a:buClr>
                <a:schemeClr val="bg2"/>
              </a:buCl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F7BA31D7-C735-456F-99B4-7CBC14D4C42E}"/>
              </a:ext>
            </a:extLst>
          </p:cNvPr>
          <p:cNvSpPr>
            <a:spLocks noEditPoints="1"/>
          </p:cNvSpPr>
          <p:nvPr userDrawn="1"/>
        </p:nvSpPr>
        <p:spPr bwMode="auto">
          <a:xfrm rot="10800000" flipH="1">
            <a:off x="5267462" y="973088"/>
            <a:ext cx="574846" cy="528501"/>
          </a:xfrm>
          <a:custGeom>
            <a:avLst/>
            <a:gdLst>
              <a:gd name="T0" fmla="*/ 0 w 707"/>
              <a:gd name="T1" fmla="*/ 547 h 650"/>
              <a:gd name="T2" fmla="*/ 221 w 707"/>
              <a:gd name="T3" fmla="*/ 325 h 650"/>
              <a:gd name="T4" fmla="*/ 0 w 707"/>
              <a:gd name="T5" fmla="*/ 88 h 650"/>
              <a:gd name="T6" fmla="*/ 89 w 707"/>
              <a:gd name="T7" fmla="*/ 0 h 650"/>
              <a:gd name="T8" fmla="*/ 413 w 707"/>
              <a:gd name="T9" fmla="*/ 325 h 650"/>
              <a:gd name="T10" fmla="*/ 89 w 707"/>
              <a:gd name="T11" fmla="*/ 650 h 650"/>
              <a:gd name="T12" fmla="*/ 0 w 707"/>
              <a:gd name="T13" fmla="*/ 547 h 650"/>
              <a:gd name="T14" fmla="*/ 383 w 707"/>
              <a:gd name="T15" fmla="*/ 0 h 650"/>
              <a:gd name="T16" fmla="*/ 707 w 707"/>
              <a:gd name="T17" fmla="*/ 325 h 650"/>
              <a:gd name="T18" fmla="*/ 383 w 707"/>
              <a:gd name="T19" fmla="*/ 650 h 650"/>
              <a:gd name="T20" fmla="*/ 295 w 707"/>
              <a:gd name="T21" fmla="*/ 547 h 650"/>
              <a:gd name="T22" fmla="*/ 531 w 707"/>
              <a:gd name="T23" fmla="*/ 325 h 650"/>
              <a:gd name="T24" fmla="*/ 295 w 707"/>
              <a:gd name="T25" fmla="*/ 88 h 650"/>
              <a:gd name="T26" fmla="*/ 383 w 707"/>
              <a:gd name="T27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7" h="650">
                <a:moveTo>
                  <a:pt x="0" y="547"/>
                </a:moveTo>
                <a:lnTo>
                  <a:pt x="221" y="325"/>
                </a:lnTo>
                <a:lnTo>
                  <a:pt x="0" y="88"/>
                </a:lnTo>
                <a:lnTo>
                  <a:pt x="89" y="0"/>
                </a:lnTo>
                <a:lnTo>
                  <a:pt x="413" y="325"/>
                </a:lnTo>
                <a:lnTo>
                  <a:pt x="89" y="650"/>
                </a:lnTo>
                <a:lnTo>
                  <a:pt x="0" y="547"/>
                </a:lnTo>
                <a:close/>
                <a:moveTo>
                  <a:pt x="383" y="0"/>
                </a:moveTo>
                <a:lnTo>
                  <a:pt x="707" y="325"/>
                </a:lnTo>
                <a:lnTo>
                  <a:pt x="383" y="650"/>
                </a:lnTo>
                <a:lnTo>
                  <a:pt x="295" y="547"/>
                </a:lnTo>
                <a:lnTo>
                  <a:pt x="531" y="325"/>
                </a:lnTo>
                <a:lnTo>
                  <a:pt x="295" y="88"/>
                </a:lnTo>
                <a:lnTo>
                  <a:pt x="38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078174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Slide Pictur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FEA1AD13-2C9A-4B99-9D99-CF654A1CE15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118024" y="450230"/>
            <a:ext cx="5957540" cy="5957540"/>
          </a:xfrm>
          <a:custGeom>
            <a:avLst/>
            <a:gdLst>
              <a:gd name="connsiteX0" fmla="*/ 4134850 w 8269700"/>
              <a:gd name="connsiteY0" fmla="*/ 0 h 8269700"/>
              <a:gd name="connsiteX1" fmla="*/ 8269700 w 8269700"/>
              <a:gd name="connsiteY1" fmla="*/ 4134850 h 8269700"/>
              <a:gd name="connsiteX2" fmla="*/ 4134850 w 8269700"/>
              <a:gd name="connsiteY2" fmla="*/ 8269700 h 8269700"/>
              <a:gd name="connsiteX3" fmla="*/ 0 w 8269700"/>
              <a:gd name="connsiteY3" fmla="*/ 4134850 h 8269700"/>
              <a:gd name="connsiteX4" fmla="*/ 4134850 w 8269700"/>
              <a:gd name="connsiteY4" fmla="*/ 0 h 826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69700" h="8269700">
                <a:moveTo>
                  <a:pt x="4134850" y="0"/>
                </a:moveTo>
                <a:cubicBezTo>
                  <a:pt x="6418465" y="0"/>
                  <a:pt x="8269700" y="1851235"/>
                  <a:pt x="8269700" y="4134850"/>
                </a:cubicBezTo>
                <a:cubicBezTo>
                  <a:pt x="8269700" y="6418465"/>
                  <a:pt x="6418465" y="8269700"/>
                  <a:pt x="4134850" y="8269700"/>
                </a:cubicBezTo>
                <a:cubicBezTo>
                  <a:pt x="1851235" y="8269700"/>
                  <a:pt x="0" y="6418465"/>
                  <a:pt x="0" y="4134850"/>
                </a:cubicBezTo>
                <a:cubicBezTo>
                  <a:pt x="0" y="1851235"/>
                  <a:pt x="1851235" y="0"/>
                  <a:pt x="4134850" y="0"/>
                </a:cubicBez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542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1 &gt; Contac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517483" y="2281563"/>
            <a:ext cx="5363715" cy="23679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contact details</a:t>
            </a:r>
            <a:endParaRPr lang="fr-CH" dirty="0"/>
          </a:p>
        </p:txBody>
      </p:sp>
      <p:pic>
        <p:nvPicPr>
          <p:cNvPr id="7" name="Picture 6">
            <a:hlinkClick r:id="rId2"/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697" y="3891179"/>
            <a:ext cx="720000" cy="720000"/>
          </a:xfrm>
          <a:prstGeom prst="ellipse">
            <a:avLst/>
          </a:prstGeom>
        </p:spPr>
      </p:pic>
      <p:pic>
        <p:nvPicPr>
          <p:cNvPr id="8" name="Picture 7">
            <a:hlinkClick r:id="rId4"/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697" y="2872834"/>
            <a:ext cx="720000" cy="720000"/>
          </a:xfrm>
          <a:prstGeom prst="ellipse">
            <a:avLst/>
          </a:prstGeom>
        </p:spPr>
      </p:pic>
      <p:pic>
        <p:nvPicPr>
          <p:cNvPr id="15" name="Picture 14">
            <a:hlinkClick r:id="rId6"/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143" y="2872834"/>
            <a:ext cx="720000" cy="720000"/>
          </a:xfrm>
          <a:prstGeom prst="ellipse">
            <a:avLst/>
          </a:prstGeom>
        </p:spPr>
      </p:pic>
      <p:pic>
        <p:nvPicPr>
          <p:cNvPr id="16" name="Picture 15">
            <a:hlinkClick r:id="rId8"/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179" y="3891179"/>
            <a:ext cx="720000" cy="720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8066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96913" y="0"/>
            <a:ext cx="458678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fr-CH" dirty="0"/>
              <a:t> </a:t>
            </a:r>
          </a:p>
          <a:p>
            <a:endParaRPr lang="fr-CH" dirty="0"/>
          </a:p>
          <a:p>
            <a:r>
              <a:rPr lang="fr-CH" dirty="0"/>
              <a:t>insert </a:t>
            </a:r>
            <a:r>
              <a:rPr lang="fr-CH" dirty="0" err="1"/>
              <a:t>picture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522627" y="2173393"/>
            <a:ext cx="5846992" cy="81841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F7BA31D7-C735-456F-99B4-7CBC14D4C42E}"/>
              </a:ext>
            </a:extLst>
          </p:cNvPr>
          <p:cNvSpPr>
            <a:spLocks noEditPoints="1"/>
          </p:cNvSpPr>
          <p:nvPr userDrawn="1"/>
        </p:nvSpPr>
        <p:spPr bwMode="auto">
          <a:xfrm rot="10800000" flipH="1">
            <a:off x="5522627" y="1360714"/>
            <a:ext cx="574846" cy="528501"/>
          </a:xfrm>
          <a:custGeom>
            <a:avLst/>
            <a:gdLst>
              <a:gd name="T0" fmla="*/ 0 w 707"/>
              <a:gd name="T1" fmla="*/ 547 h 650"/>
              <a:gd name="T2" fmla="*/ 221 w 707"/>
              <a:gd name="T3" fmla="*/ 325 h 650"/>
              <a:gd name="T4" fmla="*/ 0 w 707"/>
              <a:gd name="T5" fmla="*/ 88 h 650"/>
              <a:gd name="T6" fmla="*/ 89 w 707"/>
              <a:gd name="T7" fmla="*/ 0 h 650"/>
              <a:gd name="T8" fmla="*/ 413 w 707"/>
              <a:gd name="T9" fmla="*/ 325 h 650"/>
              <a:gd name="T10" fmla="*/ 89 w 707"/>
              <a:gd name="T11" fmla="*/ 650 h 650"/>
              <a:gd name="T12" fmla="*/ 0 w 707"/>
              <a:gd name="T13" fmla="*/ 547 h 650"/>
              <a:gd name="T14" fmla="*/ 383 w 707"/>
              <a:gd name="T15" fmla="*/ 0 h 650"/>
              <a:gd name="T16" fmla="*/ 707 w 707"/>
              <a:gd name="T17" fmla="*/ 325 h 650"/>
              <a:gd name="T18" fmla="*/ 383 w 707"/>
              <a:gd name="T19" fmla="*/ 650 h 650"/>
              <a:gd name="T20" fmla="*/ 295 w 707"/>
              <a:gd name="T21" fmla="*/ 547 h 650"/>
              <a:gd name="T22" fmla="*/ 531 w 707"/>
              <a:gd name="T23" fmla="*/ 325 h 650"/>
              <a:gd name="T24" fmla="*/ 295 w 707"/>
              <a:gd name="T25" fmla="*/ 88 h 650"/>
              <a:gd name="T26" fmla="*/ 383 w 707"/>
              <a:gd name="T27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7" h="650">
                <a:moveTo>
                  <a:pt x="0" y="547"/>
                </a:moveTo>
                <a:lnTo>
                  <a:pt x="221" y="325"/>
                </a:lnTo>
                <a:lnTo>
                  <a:pt x="0" y="88"/>
                </a:lnTo>
                <a:lnTo>
                  <a:pt x="89" y="0"/>
                </a:lnTo>
                <a:lnTo>
                  <a:pt x="413" y="325"/>
                </a:lnTo>
                <a:lnTo>
                  <a:pt x="89" y="650"/>
                </a:lnTo>
                <a:lnTo>
                  <a:pt x="0" y="547"/>
                </a:lnTo>
                <a:close/>
                <a:moveTo>
                  <a:pt x="383" y="0"/>
                </a:moveTo>
                <a:lnTo>
                  <a:pt x="707" y="325"/>
                </a:lnTo>
                <a:lnTo>
                  <a:pt x="383" y="650"/>
                </a:lnTo>
                <a:lnTo>
                  <a:pt x="295" y="547"/>
                </a:lnTo>
                <a:lnTo>
                  <a:pt x="531" y="325"/>
                </a:lnTo>
                <a:lnTo>
                  <a:pt x="295" y="88"/>
                </a:lnTo>
                <a:lnTo>
                  <a:pt x="38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60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22913" y="3511686"/>
            <a:ext cx="1800000" cy="20843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800"/>
            </a:lvl1pPr>
            <a:lvl2pPr marL="457200" indent="0" algn="l">
              <a:buNone/>
              <a:defRPr sz="18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800"/>
            </a:lvl4pPr>
            <a:lvl5pPr marL="1828800" indent="0" algn="l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7546266" y="3511686"/>
            <a:ext cx="1800000" cy="20843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800"/>
            </a:lvl1pPr>
            <a:lvl2pPr marL="457200" indent="0" algn="l">
              <a:buNone/>
              <a:defRPr sz="18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800"/>
            </a:lvl4pPr>
            <a:lvl5pPr marL="1828800" indent="0" algn="l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9569619" y="3511686"/>
            <a:ext cx="1800000" cy="20843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800"/>
            </a:lvl1pPr>
            <a:lvl2pPr marL="457200" indent="0" algn="l">
              <a:buNone/>
              <a:defRPr sz="18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800"/>
            </a:lvl4pPr>
            <a:lvl5pPr marL="1828800" indent="0" algn="l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5522912" y="3155233"/>
            <a:ext cx="1800000" cy="309958"/>
          </a:xfrm>
          <a:noFill/>
        </p:spPr>
        <p:txBody>
          <a:bodyPr wrap="square" lIns="90000" tIns="46800" rIns="90000" bIns="46800" rtlCol="0" anchor="b" anchorCtr="0">
            <a:noAutofit/>
          </a:bodyPr>
          <a:lstStyle>
            <a:lvl1pPr marL="0" indent="0">
              <a:spcAft>
                <a:spcPts val="0"/>
              </a:spcAft>
              <a:buNone/>
              <a:defRPr lang="en-US" sz="1400" b="1" baseline="0" smtClean="0">
                <a:solidFill>
                  <a:schemeClr val="bg2"/>
                </a:solidFill>
              </a:defRPr>
            </a:lvl1pPr>
            <a:lvl2pPr>
              <a:defRPr lang="en-US" sz="900" smtClean="0">
                <a:latin typeface="+mn-lt"/>
              </a:defRPr>
            </a:lvl2pPr>
            <a:lvl3pPr>
              <a:defRPr lang="en-US" sz="900" smtClean="0">
                <a:latin typeface="+mn-lt"/>
              </a:defRPr>
            </a:lvl3pPr>
            <a:lvl4pPr>
              <a:defRPr lang="en-US" sz="900" smtClean="0">
                <a:latin typeface="+mn-lt"/>
              </a:defRPr>
            </a:lvl4pPr>
            <a:lvl5pPr>
              <a:defRPr lang="en-US" sz="900">
                <a:latin typeface="+mn-lt"/>
              </a:defRPr>
            </a:lvl5pPr>
          </a:lstStyle>
          <a:p>
            <a:pPr marL="0" lvl="0" defTabSz="228600"/>
            <a:r>
              <a:rPr lang="en-US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7546975" y="3196042"/>
            <a:ext cx="1800000" cy="288000"/>
          </a:xfrm>
        </p:spPr>
        <p:txBody>
          <a:bodyPr lIns="90000" tIns="46800" rIns="90000" bIns="46800" anchor="b" anchorCtr="0">
            <a:noAutofit/>
          </a:bodyPr>
          <a:lstStyle>
            <a:lvl1pPr marL="0" indent="0">
              <a:spcAft>
                <a:spcPts val="0"/>
              </a:spcAft>
              <a:buNone/>
              <a:defRPr lang="en-US" sz="1400" b="1" kern="1200" baseline="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9570981" y="3196042"/>
            <a:ext cx="1800000" cy="288000"/>
          </a:xfrm>
        </p:spPr>
        <p:txBody>
          <a:bodyPr lIns="90000" tIns="46800" rIns="90000" bIns="46800" anchor="b" anchorCtr="0">
            <a:noAutofit/>
          </a:bodyPr>
          <a:lstStyle>
            <a:lvl1pPr marL="0" indent="0">
              <a:spcAft>
                <a:spcPts val="0"/>
              </a:spcAft>
              <a:buNone/>
              <a:defRPr lang="en-US" sz="1400" b="1" kern="1200" baseline="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3993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Mosa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6AE8812-B0BB-4D98-AA9C-35BDA1CAEDD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62845" y="250417"/>
            <a:ext cx="9867900" cy="6393550"/>
          </a:xfrm>
          <a:custGeom>
            <a:avLst/>
            <a:gdLst>
              <a:gd name="connsiteX0" fmla="*/ 12143513 w 19735799"/>
              <a:gd name="connsiteY0" fmla="*/ 9240409 h 12787099"/>
              <a:gd name="connsiteX1" fmla="*/ 15685269 w 19735799"/>
              <a:gd name="connsiteY1" fmla="*/ 9240409 h 12787099"/>
              <a:gd name="connsiteX2" fmla="*/ 15685269 w 19735799"/>
              <a:gd name="connsiteY2" fmla="*/ 12787099 h 12787099"/>
              <a:gd name="connsiteX3" fmla="*/ 12143513 w 19735799"/>
              <a:gd name="connsiteY3" fmla="*/ 12787099 h 12787099"/>
              <a:gd name="connsiteX4" fmla="*/ 4050531 w 19735799"/>
              <a:gd name="connsiteY4" fmla="*/ 9240409 h 12787099"/>
              <a:gd name="connsiteX5" fmla="*/ 7592284 w 19735799"/>
              <a:gd name="connsiteY5" fmla="*/ 9240409 h 12787099"/>
              <a:gd name="connsiteX6" fmla="*/ 7592284 w 19735799"/>
              <a:gd name="connsiteY6" fmla="*/ 12787099 h 12787099"/>
              <a:gd name="connsiteX7" fmla="*/ 4050531 w 19735799"/>
              <a:gd name="connsiteY7" fmla="*/ 12787099 h 12787099"/>
              <a:gd name="connsiteX8" fmla="*/ 16194043 w 19735799"/>
              <a:gd name="connsiteY8" fmla="*/ 8110925 h 12787099"/>
              <a:gd name="connsiteX9" fmla="*/ 19735799 w 19735799"/>
              <a:gd name="connsiteY9" fmla="*/ 8110925 h 12787099"/>
              <a:gd name="connsiteX10" fmla="*/ 19735799 w 19735799"/>
              <a:gd name="connsiteY10" fmla="*/ 11657615 h 12787099"/>
              <a:gd name="connsiteX11" fmla="*/ 16194043 w 19735799"/>
              <a:gd name="connsiteY11" fmla="*/ 11657615 h 12787099"/>
              <a:gd name="connsiteX12" fmla="*/ 8092984 w 19735799"/>
              <a:gd name="connsiteY12" fmla="*/ 8110925 h 12787099"/>
              <a:gd name="connsiteX13" fmla="*/ 11634740 w 19735799"/>
              <a:gd name="connsiteY13" fmla="*/ 8110925 h 12787099"/>
              <a:gd name="connsiteX14" fmla="*/ 11634740 w 19735799"/>
              <a:gd name="connsiteY14" fmla="*/ 11657615 h 12787099"/>
              <a:gd name="connsiteX15" fmla="*/ 8092984 w 19735799"/>
              <a:gd name="connsiteY15" fmla="*/ 11657615 h 12787099"/>
              <a:gd name="connsiteX16" fmla="*/ 0 w 19735799"/>
              <a:gd name="connsiteY16" fmla="*/ 8110925 h 12787099"/>
              <a:gd name="connsiteX17" fmla="*/ 3541757 w 19735799"/>
              <a:gd name="connsiteY17" fmla="*/ 8110925 h 12787099"/>
              <a:gd name="connsiteX18" fmla="*/ 3541757 w 19735799"/>
              <a:gd name="connsiteY18" fmla="*/ 11657615 h 12787099"/>
              <a:gd name="connsiteX19" fmla="*/ 0 w 19735799"/>
              <a:gd name="connsiteY19" fmla="*/ 11657615 h 12787099"/>
              <a:gd name="connsiteX20" fmla="*/ 12143513 w 19735799"/>
              <a:gd name="connsiteY20" fmla="*/ 5184948 h 12787099"/>
              <a:gd name="connsiteX21" fmla="*/ 15685269 w 19735799"/>
              <a:gd name="connsiteY21" fmla="*/ 5184948 h 12787099"/>
              <a:gd name="connsiteX22" fmla="*/ 15685269 w 19735799"/>
              <a:gd name="connsiteY22" fmla="*/ 8731636 h 12787099"/>
              <a:gd name="connsiteX23" fmla="*/ 12143513 w 19735799"/>
              <a:gd name="connsiteY23" fmla="*/ 8731636 h 12787099"/>
              <a:gd name="connsiteX24" fmla="*/ 4050531 w 19735799"/>
              <a:gd name="connsiteY24" fmla="*/ 5184948 h 12787099"/>
              <a:gd name="connsiteX25" fmla="*/ 7592284 w 19735799"/>
              <a:gd name="connsiteY25" fmla="*/ 5184948 h 12787099"/>
              <a:gd name="connsiteX26" fmla="*/ 7592284 w 19735799"/>
              <a:gd name="connsiteY26" fmla="*/ 8731636 h 12787099"/>
              <a:gd name="connsiteX27" fmla="*/ 4050531 w 19735799"/>
              <a:gd name="connsiteY27" fmla="*/ 8731636 h 12787099"/>
              <a:gd name="connsiteX28" fmla="*/ 16194043 w 19735799"/>
              <a:gd name="connsiteY28" fmla="*/ 4055463 h 12787099"/>
              <a:gd name="connsiteX29" fmla="*/ 19735799 w 19735799"/>
              <a:gd name="connsiteY29" fmla="*/ 4055463 h 12787099"/>
              <a:gd name="connsiteX30" fmla="*/ 19735799 w 19735799"/>
              <a:gd name="connsiteY30" fmla="*/ 7602152 h 12787099"/>
              <a:gd name="connsiteX31" fmla="*/ 16194043 w 19735799"/>
              <a:gd name="connsiteY31" fmla="*/ 7602152 h 12787099"/>
              <a:gd name="connsiteX32" fmla="*/ 1 w 19735799"/>
              <a:gd name="connsiteY32" fmla="*/ 4055463 h 12787099"/>
              <a:gd name="connsiteX33" fmla="*/ 3541757 w 19735799"/>
              <a:gd name="connsiteY33" fmla="*/ 4055463 h 12787099"/>
              <a:gd name="connsiteX34" fmla="*/ 3541757 w 19735799"/>
              <a:gd name="connsiteY34" fmla="*/ 7602152 h 12787099"/>
              <a:gd name="connsiteX35" fmla="*/ 1 w 19735799"/>
              <a:gd name="connsiteY35" fmla="*/ 7602152 h 12787099"/>
              <a:gd name="connsiteX36" fmla="*/ 12143513 w 19735799"/>
              <a:gd name="connsiteY36" fmla="*/ 1129485 h 12787099"/>
              <a:gd name="connsiteX37" fmla="*/ 15685269 w 19735799"/>
              <a:gd name="connsiteY37" fmla="*/ 1129485 h 12787099"/>
              <a:gd name="connsiteX38" fmla="*/ 15685269 w 19735799"/>
              <a:gd name="connsiteY38" fmla="*/ 4676174 h 12787099"/>
              <a:gd name="connsiteX39" fmla="*/ 12143513 w 19735799"/>
              <a:gd name="connsiteY39" fmla="*/ 4676174 h 12787099"/>
              <a:gd name="connsiteX40" fmla="*/ 4050534 w 19735799"/>
              <a:gd name="connsiteY40" fmla="*/ 1129485 h 12787099"/>
              <a:gd name="connsiteX41" fmla="*/ 7592284 w 19735799"/>
              <a:gd name="connsiteY41" fmla="*/ 1129485 h 12787099"/>
              <a:gd name="connsiteX42" fmla="*/ 7592284 w 19735799"/>
              <a:gd name="connsiteY42" fmla="*/ 4676174 h 12787099"/>
              <a:gd name="connsiteX43" fmla="*/ 4050534 w 19735799"/>
              <a:gd name="connsiteY43" fmla="*/ 4676174 h 12787099"/>
              <a:gd name="connsiteX44" fmla="*/ 8092984 w 19735799"/>
              <a:gd name="connsiteY44" fmla="*/ 1 h 12787099"/>
              <a:gd name="connsiteX45" fmla="*/ 11634740 w 19735799"/>
              <a:gd name="connsiteY45" fmla="*/ 1 h 12787099"/>
              <a:gd name="connsiteX46" fmla="*/ 11634740 w 19735799"/>
              <a:gd name="connsiteY46" fmla="*/ 3546690 h 12787099"/>
              <a:gd name="connsiteX47" fmla="*/ 8092984 w 19735799"/>
              <a:gd name="connsiteY47" fmla="*/ 3546690 h 12787099"/>
              <a:gd name="connsiteX48" fmla="*/ 2 w 19735799"/>
              <a:gd name="connsiteY48" fmla="*/ 1 h 12787099"/>
              <a:gd name="connsiteX49" fmla="*/ 3541760 w 19735799"/>
              <a:gd name="connsiteY49" fmla="*/ 1 h 12787099"/>
              <a:gd name="connsiteX50" fmla="*/ 3541760 w 19735799"/>
              <a:gd name="connsiteY50" fmla="*/ 3546690 h 12787099"/>
              <a:gd name="connsiteX51" fmla="*/ 2 w 19735799"/>
              <a:gd name="connsiteY51" fmla="*/ 3546690 h 12787099"/>
              <a:gd name="connsiteX52" fmla="*/ 16194043 w 19735799"/>
              <a:gd name="connsiteY52" fmla="*/ 0 h 12787099"/>
              <a:gd name="connsiteX53" fmla="*/ 19735799 w 19735799"/>
              <a:gd name="connsiteY53" fmla="*/ 0 h 12787099"/>
              <a:gd name="connsiteX54" fmla="*/ 19735799 w 19735799"/>
              <a:gd name="connsiteY54" fmla="*/ 3546690 h 12787099"/>
              <a:gd name="connsiteX55" fmla="*/ 16194043 w 19735799"/>
              <a:gd name="connsiteY55" fmla="*/ 3546690 h 127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9735799" h="12787099">
                <a:moveTo>
                  <a:pt x="12143513" y="9240409"/>
                </a:moveTo>
                <a:lnTo>
                  <a:pt x="15685269" y="9240409"/>
                </a:lnTo>
                <a:lnTo>
                  <a:pt x="15685269" y="12787099"/>
                </a:lnTo>
                <a:lnTo>
                  <a:pt x="12143513" y="12787099"/>
                </a:lnTo>
                <a:close/>
                <a:moveTo>
                  <a:pt x="4050531" y="9240409"/>
                </a:moveTo>
                <a:lnTo>
                  <a:pt x="7592284" y="9240409"/>
                </a:lnTo>
                <a:lnTo>
                  <a:pt x="7592284" y="12787099"/>
                </a:lnTo>
                <a:lnTo>
                  <a:pt x="4050531" y="12787099"/>
                </a:lnTo>
                <a:close/>
                <a:moveTo>
                  <a:pt x="16194043" y="8110925"/>
                </a:moveTo>
                <a:lnTo>
                  <a:pt x="19735799" y="8110925"/>
                </a:lnTo>
                <a:lnTo>
                  <a:pt x="19735799" y="11657615"/>
                </a:lnTo>
                <a:lnTo>
                  <a:pt x="16194043" y="11657615"/>
                </a:lnTo>
                <a:close/>
                <a:moveTo>
                  <a:pt x="8092984" y="8110925"/>
                </a:moveTo>
                <a:lnTo>
                  <a:pt x="11634740" y="8110925"/>
                </a:lnTo>
                <a:lnTo>
                  <a:pt x="11634740" y="11657615"/>
                </a:lnTo>
                <a:lnTo>
                  <a:pt x="8092984" y="11657615"/>
                </a:lnTo>
                <a:close/>
                <a:moveTo>
                  <a:pt x="0" y="8110925"/>
                </a:moveTo>
                <a:lnTo>
                  <a:pt x="3541757" y="8110925"/>
                </a:lnTo>
                <a:lnTo>
                  <a:pt x="3541757" y="11657615"/>
                </a:lnTo>
                <a:lnTo>
                  <a:pt x="0" y="11657615"/>
                </a:lnTo>
                <a:close/>
                <a:moveTo>
                  <a:pt x="12143513" y="5184948"/>
                </a:moveTo>
                <a:lnTo>
                  <a:pt x="15685269" y="5184948"/>
                </a:lnTo>
                <a:lnTo>
                  <a:pt x="15685269" y="8731636"/>
                </a:lnTo>
                <a:lnTo>
                  <a:pt x="12143513" y="8731636"/>
                </a:lnTo>
                <a:close/>
                <a:moveTo>
                  <a:pt x="4050531" y="5184948"/>
                </a:moveTo>
                <a:lnTo>
                  <a:pt x="7592284" y="5184948"/>
                </a:lnTo>
                <a:lnTo>
                  <a:pt x="7592284" y="8731636"/>
                </a:lnTo>
                <a:lnTo>
                  <a:pt x="4050531" y="8731636"/>
                </a:lnTo>
                <a:close/>
                <a:moveTo>
                  <a:pt x="16194043" y="4055463"/>
                </a:moveTo>
                <a:lnTo>
                  <a:pt x="19735799" y="4055463"/>
                </a:lnTo>
                <a:lnTo>
                  <a:pt x="19735799" y="7602152"/>
                </a:lnTo>
                <a:lnTo>
                  <a:pt x="16194043" y="7602152"/>
                </a:lnTo>
                <a:close/>
                <a:moveTo>
                  <a:pt x="1" y="4055463"/>
                </a:moveTo>
                <a:lnTo>
                  <a:pt x="3541757" y="4055463"/>
                </a:lnTo>
                <a:lnTo>
                  <a:pt x="3541757" y="7602152"/>
                </a:lnTo>
                <a:lnTo>
                  <a:pt x="1" y="7602152"/>
                </a:lnTo>
                <a:close/>
                <a:moveTo>
                  <a:pt x="12143513" y="1129485"/>
                </a:moveTo>
                <a:lnTo>
                  <a:pt x="15685269" y="1129485"/>
                </a:lnTo>
                <a:lnTo>
                  <a:pt x="15685269" y="4676174"/>
                </a:lnTo>
                <a:lnTo>
                  <a:pt x="12143513" y="4676174"/>
                </a:lnTo>
                <a:close/>
                <a:moveTo>
                  <a:pt x="4050534" y="1129485"/>
                </a:moveTo>
                <a:lnTo>
                  <a:pt x="7592284" y="1129485"/>
                </a:lnTo>
                <a:lnTo>
                  <a:pt x="7592284" y="4676174"/>
                </a:lnTo>
                <a:lnTo>
                  <a:pt x="4050534" y="4676174"/>
                </a:lnTo>
                <a:close/>
                <a:moveTo>
                  <a:pt x="8092984" y="1"/>
                </a:moveTo>
                <a:lnTo>
                  <a:pt x="11634740" y="1"/>
                </a:lnTo>
                <a:lnTo>
                  <a:pt x="11634740" y="3546690"/>
                </a:lnTo>
                <a:lnTo>
                  <a:pt x="8092984" y="3546690"/>
                </a:lnTo>
                <a:close/>
                <a:moveTo>
                  <a:pt x="2" y="1"/>
                </a:moveTo>
                <a:lnTo>
                  <a:pt x="3541760" y="1"/>
                </a:lnTo>
                <a:lnTo>
                  <a:pt x="3541760" y="3546690"/>
                </a:lnTo>
                <a:lnTo>
                  <a:pt x="2" y="3546690"/>
                </a:lnTo>
                <a:close/>
                <a:moveTo>
                  <a:pt x="16194043" y="0"/>
                </a:moveTo>
                <a:lnTo>
                  <a:pt x="19735799" y="0"/>
                </a:lnTo>
                <a:lnTo>
                  <a:pt x="19735799" y="3546690"/>
                </a:lnTo>
                <a:lnTo>
                  <a:pt x="16194043" y="354669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85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#2 &gt; 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3588" cy="6858000"/>
          </a:xfrm>
        </p:spPr>
        <p:txBody>
          <a:bodyPr anchor="ctr" anchorCtr="1"/>
          <a:lstStyle>
            <a:lvl1pPr marL="0" indent="0">
              <a:buNone/>
              <a:defRPr/>
            </a:lvl1pPr>
          </a:lstStyle>
          <a:p>
            <a:r>
              <a:rPr lang="fr-CH" dirty="0"/>
              <a:t>Insert </a:t>
            </a:r>
            <a:r>
              <a:rPr lang="fr-CH" dirty="0" err="1"/>
              <a:t>picture</a:t>
            </a:r>
            <a:endParaRPr lang="fr-CH" dirty="0"/>
          </a:p>
          <a:p>
            <a:endParaRPr lang="fr-C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508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0EE9B1B-489F-4DDC-9BC1-3A2465FC1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324" y="0"/>
            <a:ext cx="3512327" cy="6858000"/>
          </a:xfrm>
          <a:custGeom>
            <a:avLst/>
            <a:gdLst>
              <a:gd name="connsiteX0" fmla="*/ 0 w 7024653"/>
              <a:gd name="connsiteY0" fmla="*/ 0 h 13716000"/>
              <a:gd name="connsiteX1" fmla="*/ 7024653 w 7024653"/>
              <a:gd name="connsiteY1" fmla="*/ 0 h 13716000"/>
              <a:gd name="connsiteX2" fmla="*/ 7024653 w 7024653"/>
              <a:gd name="connsiteY2" fmla="*/ 13716000 h 13716000"/>
              <a:gd name="connsiteX3" fmla="*/ 0 w 702465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4653" h="13716000">
                <a:moveTo>
                  <a:pt x="0" y="0"/>
                </a:moveTo>
                <a:lnTo>
                  <a:pt x="7024653" y="0"/>
                </a:lnTo>
                <a:lnTo>
                  <a:pt x="7024653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D175D46-B4D5-4D6D-92B2-52F4DE46BF0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40631" y="0"/>
            <a:ext cx="3512327" cy="6858000"/>
          </a:xfrm>
          <a:custGeom>
            <a:avLst/>
            <a:gdLst>
              <a:gd name="connsiteX0" fmla="*/ 0 w 7024653"/>
              <a:gd name="connsiteY0" fmla="*/ 0 h 13716000"/>
              <a:gd name="connsiteX1" fmla="*/ 7024653 w 7024653"/>
              <a:gd name="connsiteY1" fmla="*/ 0 h 13716000"/>
              <a:gd name="connsiteX2" fmla="*/ 7024653 w 7024653"/>
              <a:gd name="connsiteY2" fmla="*/ 13716000 h 13716000"/>
              <a:gd name="connsiteX3" fmla="*/ 0 w 702465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4653" h="13716000">
                <a:moveTo>
                  <a:pt x="0" y="0"/>
                </a:moveTo>
                <a:lnTo>
                  <a:pt x="7024653" y="0"/>
                </a:lnTo>
                <a:lnTo>
                  <a:pt x="7024653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ED9DB4-37C7-4F3B-904C-EF3C82D394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80368" y="0"/>
            <a:ext cx="3512327" cy="6858000"/>
          </a:xfrm>
          <a:custGeom>
            <a:avLst/>
            <a:gdLst>
              <a:gd name="connsiteX0" fmla="*/ 0 w 7024653"/>
              <a:gd name="connsiteY0" fmla="*/ 0 h 13716000"/>
              <a:gd name="connsiteX1" fmla="*/ 7024653 w 7024653"/>
              <a:gd name="connsiteY1" fmla="*/ 0 h 13716000"/>
              <a:gd name="connsiteX2" fmla="*/ 7024653 w 7024653"/>
              <a:gd name="connsiteY2" fmla="*/ 13716000 h 13716000"/>
              <a:gd name="connsiteX3" fmla="*/ 0 w 702465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4653" h="13716000">
                <a:moveTo>
                  <a:pt x="0" y="0"/>
                </a:moveTo>
                <a:lnTo>
                  <a:pt x="7024653" y="0"/>
                </a:lnTo>
                <a:lnTo>
                  <a:pt x="7024653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18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2 &gt; 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A211FA7-0CDE-4ED5-B916-4BC3E6FDFC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504" y="0"/>
            <a:ext cx="2647950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picture,</a:t>
            </a:r>
          </a:p>
          <a:p>
            <a:pPr marL="0" lvl="0" indent="0" algn="ctr">
              <a:buNone/>
            </a:pPr>
            <a:r>
              <a:rPr lang="en-US" dirty="0"/>
              <a:t>Drag and Drop</a:t>
            </a:r>
          </a:p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EA16D7C-5DAB-42B1-AE16-E2BEF490B0E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49454" y="0"/>
            <a:ext cx="2647950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74A84ACA-7A5D-49CC-823F-94671ADE9F4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97404" y="0"/>
            <a:ext cx="2647950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6D6EA88-CE13-4084-A841-0ABAA5A209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45354" y="0"/>
            <a:ext cx="2647950" cy="6858000"/>
          </a:xfrm>
          <a:custGeom>
            <a:avLst/>
            <a:gdLst>
              <a:gd name="connsiteX0" fmla="*/ 0 w 5295900"/>
              <a:gd name="connsiteY0" fmla="*/ 0 h 13716000"/>
              <a:gd name="connsiteX1" fmla="*/ 5295900 w 5295900"/>
              <a:gd name="connsiteY1" fmla="*/ 0 h 13716000"/>
              <a:gd name="connsiteX2" fmla="*/ 5295900 w 5295900"/>
              <a:gd name="connsiteY2" fmla="*/ 13716000 h 13716000"/>
              <a:gd name="connsiteX3" fmla="*/ 0 w 5295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13716000">
                <a:moveTo>
                  <a:pt x="0" y="0"/>
                </a:moveTo>
                <a:lnTo>
                  <a:pt x="5295900" y="0"/>
                </a:lnTo>
                <a:lnTo>
                  <a:pt x="5295900" y="13716000"/>
                </a:lnTo>
                <a:lnTo>
                  <a:pt x="0" y="13716000"/>
                </a:lnTo>
                <a:close/>
              </a:path>
            </a:pathLst>
          </a:custGeom>
          <a:noFill/>
          <a:effectLst/>
        </p:spPr>
        <p:txBody>
          <a:bodyPr wrap="square" anchor="ctr">
            <a:noAutofit/>
          </a:bodyPr>
          <a:lstStyle>
            <a:lvl1pPr>
              <a:defRPr lang="en-US" sz="1800">
                <a:solidFill>
                  <a:schemeClr val="tx1">
                    <a:alpha val="73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picture,</a:t>
            </a:r>
          </a:p>
          <a:p>
            <a:pPr marL="0" lvl="0" indent="0" algn="ctr">
              <a:buNone/>
            </a:pPr>
            <a:r>
              <a:rPr lang="en-US"/>
              <a:t>Drag and Drop</a:t>
            </a:r>
          </a:p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393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Color #1 &gt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99" y="360000"/>
            <a:ext cx="10884625" cy="503590"/>
          </a:xfrm>
        </p:spPr>
        <p:txBody>
          <a:bodyPr vert="horz" wrap="square" lIns="0" tIns="36000" rIns="0" bIns="36000" rtlCol="0" anchor="t" anchorCtr="0">
            <a:sp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6168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#1 &gt;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6192000" y="1152000"/>
            <a:ext cx="5400675" cy="5040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1"/>
          </p:nvPr>
        </p:nvSpPr>
        <p:spPr>
          <a:xfrm>
            <a:off x="720000" y="1152000"/>
            <a:ext cx="5400675" cy="5040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98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Color #1 &gt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38618" cy="503590"/>
          </a:xfrm>
        </p:spPr>
        <p:txBody>
          <a:bodyPr vert="horz" wrap="square" lIns="0" tIns="36000" rIns="0" bIns="36000" rtlCol="0" anchor="t" anchorCtr="0">
            <a:sp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86101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24000"/>
            <a:ext cx="5038618" cy="503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2936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Color #3 &gt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36000" rIns="0" bIns="36000" rtlCol="0" anchor="t" anchorCtr="0">
            <a:no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19752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Color #4 &gt;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41928" cy="503590"/>
          </a:xfrm>
        </p:spPr>
        <p:txBody>
          <a:bodyPr vert="horz" wrap="square" lIns="0" tIns="36000" rIns="0" bIns="36000" rtlCol="0" anchor="t" anchorCtr="0">
            <a:noAutofit/>
          </a:bodyPr>
          <a:lstStyle>
            <a:lvl1pPr>
              <a:lnSpc>
                <a:spcPct val="110000"/>
              </a:lnSpc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714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720000" y="360000"/>
            <a:ext cx="10800000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  <p:sp>
        <p:nvSpPr>
          <p:cNvPr id="20" name="Oval 19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859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7" r:id="rId1"/>
    <p:sldLayoutId id="2147483918" r:id="rId2"/>
    <p:sldLayoutId id="2147483964" r:id="rId3"/>
    <p:sldLayoutId id="2147483978" r:id="rId4"/>
    <p:sldLayoutId id="2147483915" r:id="rId5"/>
    <p:sldLayoutId id="2147483990" r:id="rId6"/>
    <p:sldLayoutId id="2147483910" r:id="rId7"/>
    <p:sldLayoutId id="2147483975" r:id="rId8"/>
    <p:sldLayoutId id="2147483665" r:id="rId9"/>
    <p:sldLayoutId id="2147483985" r:id="rId10"/>
    <p:sldLayoutId id="2147483986" r:id="rId11"/>
    <p:sldLayoutId id="2147483675" r:id="rId12"/>
    <p:sldLayoutId id="2147483976" r:id="rId13"/>
    <p:sldLayoutId id="2147483980" r:id="rId14"/>
    <p:sldLayoutId id="2147483981" r:id="rId15"/>
    <p:sldLayoutId id="2147483982" r:id="rId16"/>
    <p:sldLayoutId id="2147483983" r:id="rId17"/>
    <p:sldLayoutId id="2147483984" r:id="rId18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800" b="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83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4156" userDrawn="1">
          <p15:clr>
            <a:srgbClr val="F26B43"/>
          </p15:clr>
        </p15:guide>
        <p15:guide id="5" pos="439">
          <p15:clr>
            <a:srgbClr val="F26B43"/>
          </p15:clr>
        </p15:guide>
        <p15:guide id="6" pos="73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6481384"/>
            <a:ext cx="1080000" cy="210960"/>
          </a:xfrm>
          <a:prstGeom prst="rect">
            <a:avLst/>
          </a:prstGeom>
        </p:spPr>
      </p:pic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4637" y="365125"/>
            <a:ext cx="10899987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5285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400" b="0" kern="1200" baseline="0" smtClean="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5981580" y="365125"/>
            <a:ext cx="456445" cy="45644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6766917" y="365125"/>
            <a:ext cx="456445" cy="4564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7552254" y="365125"/>
            <a:ext cx="456445" cy="4564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8337590" y="365125"/>
            <a:ext cx="456445" cy="4564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9194201" y="365125"/>
            <a:ext cx="456445" cy="45644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9979538" y="365125"/>
            <a:ext cx="456445" cy="45644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10764875" y="365125"/>
            <a:ext cx="456445" cy="45644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Shape 3506">
            <a:extLst>
              <a:ext uri="{FF2B5EF4-FFF2-40B4-BE49-F238E27FC236}">
                <a16:creationId xmlns:a16="http://schemas.microsoft.com/office/drawing/2014/main" id="{71F9198D-04E9-4B50-B5B9-EFDE967AF69C}"/>
              </a:ext>
            </a:extLst>
          </p:cNvPr>
          <p:cNvSpPr/>
          <p:nvPr userDrawn="1"/>
        </p:nvSpPr>
        <p:spPr>
          <a:xfrm>
            <a:off x="11550211" y="365125"/>
            <a:ext cx="456445" cy="4564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/>
            <a:endParaRPr sz="3000">
              <a:solidFill>
                <a:schemeClr val="bg2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4638" y="365125"/>
            <a:ext cx="5038618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 dirty="0"/>
              <a:t>Fifth level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69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8" r:id="rId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800" b="0" kern="120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6048000" y="360000"/>
            <a:ext cx="6025076" cy="456444"/>
            <a:chOff x="5981580" y="360000"/>
            <a:chExt cx="6025076" cy="456444"/>
          </a:xfrm>
        </p:grpSpPr>
        <p:sp>
          <p:nvSpPr>
            <p:cNvPr id="7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5981580" y="360000"/>
              <a:ext cx="456445" cy="45644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766917" y="360000"/>
              <a:ext cx="456445" cy="4564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7552254" y="360000"/>
              <a:ext cx="456445" cy="4564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8337590" y="360000"/>
              <a:ext cx="456445" cy="4564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9194201" y="360000"/>
              <a:ext cx="456445" cy="4564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9979538" y="360000"/>
              <a:ext cx="456445" cy="45644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764875" y="360000"/>
              <a:ext cx="456445" cy="45644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1550211" y="360000"/>
              <a:ext cx="456445" cy="45644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38618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311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4" r:id="rId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800" b="0" kern="120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6048000" y="360000"/>
            <a:ext cx="6025076" cy="456444"/>
            <a:chOff x="6072258" y="360000"/>
            <a:chExt cx="6025076" cy="456444"/>
          </a:xfrm>
        </p:grpSpPr>
        <p:sp>
          <p:nvSpPr>
            <p:cNvPr id="7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072258" y="360000"/>
              <a:ext cx="456445" cy="45644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857595" y="360000"/>
              <a:ext cx="456445" cy="4564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7642932" y="360000"/>
              <a:ext cx="456445" cy="4564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8428268" y="360000"/>
              <a:ext cx="456445" cy="4564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9284879" y="360000"/>
              <a:ext cx="456445" cy="4564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070216" y="360000"/>
              <a:ext cx="456445" cy="45644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855553" y="360000"/>
              <a:ext cx="456445" cy="45644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1640889" y="360000"/>
              <a:ext cx="456445" cy="45644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41928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2240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0" r:id="rId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lang="en-US" sz="2800" b="0" kern="120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11719829" y="3240247"/>
            <a:ext cx="377505" cy="37750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fld id="{B95EBE77-0015-43AC-928E-6D65C631A30C}" type="slidenum">
              <a:rPr lang="en-US" sz="1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ctr"/>
              <a:t>‹#›</a:t>
            </a:fld>
            <a:endParaRPr lang="en-US" sz="14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6048000" y="360000"/>
            <a:ext cx="6025076" cy="456444"/>
            <a:chOff x="6072258" y="308731"/>
            <a:chExt cx="6025076" cy="456444"/>
          </a:xfrm>
        </p:grpSpPr>
        <p:sp>
          <p:nvSpPr>
            <p:cNvPr id="7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072258" y="308731"/>
              <a:ext cx="456445" cy="45644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6857595" y="308731"/>
              <a:ext cx="456445" cy="4564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7642932" y="308731"/>
              <a:ext cx="456445" cy="4564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8428268" y="308731"/>
              <a:ext cx="456445" cy="45644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9284879" y="308731"/>
              <a:ext cx="456445" cy="4564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070216" y="308731"/>
              <a:ext cx="456445" cy="45644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0855553" y="308731"/>
              <a:ext cx="456445" cy="45644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Shape 3506">
              <a:extLst>
                <a:ext uri="{FF2B5EF4-FFF2-40B4-BE49-F238E27FC236}">
                  <a16:creationId xmlns:a16="http://schemas.microsoft.com/office/drawing/2014/main" id="{71F9198D-04E9-4B50-B5B9-EFDE967AF69C}"/>
                </a:ext>
              </a:extLst>
            </p:cNvPr>
            <p:cNvSpPr/>
            <p:nvPr userDrawn="1"/>
          </p:nvSpPr>
          <p:spPr>
            <a:xfrm>
              <a:off x="11640889" y="308731"/>
              <a:ext cx="456445" cy="45644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algn="ctr"/>
              <a:endParaRPr sz="300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5041928" cy="503590"/>
          </a:xfrm>
          <a:prstGeom prst="rect">
            <a:avLst/>
          </a:prstGeom>
        </p:spPr>
        <p:txBody>
          <a:bodyPr vert="horz" wrap="square" lIns="0" tIns="36000" rIns="0" bIns="3600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" y="6480000"/>
            <a:ext cx="1080000" cy="21234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152000"/>
            <a:ext cx="10800000" cy="5040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6145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1" r:id="rId1"/>
  </p:sldLayoutIdLst>
  <p:txStyles>
    <p:titleStyle>
      <a:lvl1pPr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None/>
        <a:defRPr lang="en-US" sz="2800" b="0" kern="120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439">
          <p15:clr>
            <a:srgbClr val="F26B43"/>
          </p15:clr>
        </p15:guide>
        <p15:guide id="6" pos="73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20000" y="2952000"/>
            <a:ext cx="4892235" cy="503590"/>
          </a:xfrm>
        </p:spPr>
        <p:txBody>
          <a:bodyPr/>
          <a:lstStyle/>
          <a:p>
            <a:r>
              <a:rPr lang="fr-CH" dirty="0"/>
              <a:t>CSEM Building block LNOI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Jacopo Leo</a:t>
            </a:r>
          </a:p>
          <a:p>
            <a:r>
              <a:rPr lang="fr-CH" dirty="0"/>
              <a:t>Homa </a:t>
            </a:r>
            <a:r>
              <a:rPr lang="fr-CH" dirty="0" err="1"/>
              <a:t>Zarebidaki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2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89841D-AE7F-326E-65DC-2F02035CC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952000"/>
            <a:ext cx="7143840" cy="503590"/>
          </a:xfrm>
        </p:spPr>
        <p:txBody>
          <a:bodyPr/>
          <a:lstStyle/>
          <a:p>
            <a:r>
              <a:rPr lang="en-US" sz="5400" b="1" dirty="0"/>
              <a:t>Passive components</a:t>
            </a:r>
            <a:endParaRPr lang="en-CH" sz="5400" b="1" dirty="0"/>
          </a:p>
        </p:txBody>
      </p:sp>
    </p:spTree>
    <p:extLst>
      <p:ext uri="{BB962C8B-B14F-4D97-AF65-F5344CB8AC3E}">
        <p14:creationId xmlns:p14="http://schemas.microsoft.com/office/powerpoint/2010/main" val="318572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Coupler 1x2 in </a:t>
            </a:r>
            <a:r>
              <a:rPr lang="fr-CH" b="1" dirty="0">
                <a:solidFill>
                  <a:srgbClr val="FF0000"/>
                </a:solidFill>
              </a:rPr>
              <a:t>CouplerPDKCSEM.py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0C6C9-BDC1-C26E-9375-A670FC798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30" y="1421071"/>
            <a:ext cx="3909901" cy="1437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11DAAE-CC1A-D15A-F9CE-2D781A9CB290}"/>
              </a:ext>
            </a:extLst>
          </p:cNvPr>
          <p:cNvSpPr txBox="1"/>
          <p:nvPr/>
        </p:nvSpPr>
        <p:spPr>
          <a:xfrm>
            <a:off x="1494441" y="2996966"/>
            <a:ext cx="2986480" cy="864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Multi mode interferometer (MMI)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1A31F-8AE5-D075-63AD-48FFA684A696}"/>
              </a:ext>
            </a:extLst>
          </p:cNvPr>
          <p:cNvSpPr txBox="1"/>
          <p:nvPr/>
        </p:nvSpPr>
        <p:spPr>
          <a:xfrm>
            <a:off x="6219429" y="2996966"/>
            <a:ext cx="2986480" cy="4697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Y-junction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BA4509-C18B-E146-C330-788081617B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51" r="14137"/>
          <a:stretch/>
        </p:blipFill>
        <p:spPr>
          <a:xfrm>
            <a:off x="5918622" y="1421071"/>
            <a:ext cx="3909901" cy="14387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5E0855-4A3E-788E-D828-9A83D0D95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282" y="4152679"/>
            <a:ext cx="6382139" cy="1651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E39025-9788-6216-E6FB-30903DCFAEEC}"/>
              </a:ext>
            </a:extLst>
          </p:cNvPr>
          <p:cNvSpPr txBox="1"/>
          <p:nvPr/>
        </p:nvSpPr>
        <p:spPr>
          <a:xfrm>
            <a:off x="4020515" y="5912780"/>
            <a:ext cx="2986480" cy="4697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Directional coupler</a:t>
            </a:r>
          </a:p>
        </p:txBody>
      </p:sp>
    </p:spTree>
    <p:extLst>
      <p:ext uri="{BB962C8B-B14F-4D97-AF65-F5344CB8AC3E}">
        <p14:creationId xmlns:p14="http://schemas.microsoft.com/office/powerpoint/2010/main" val="334849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MMI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A504F1-A5E4-9D83-FEB7-C30619F1FEC2}"/>
              </a:ext>
            </a:extLst>
          </p:cNvPr>
          <p:cNvGrpSpPr/>
          <p:nvPr/>
        </p:nvGrpSpPr>
        <p:grpSpPr>
          <a:xfrm>
            <a:off x="835498" y="1596387"/>
            <a:ext cx="10287352" cy="3445473"/>
            <a:chOff x="431638" y="1954527"/>
            <a:chExt cx="10287352" cy="3445473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3111F82-A035-3D88-01F3-086E7DD930EA}"/>
                </a:ext>
              </a:extLst>
            </p:cNvPr>
            <p:cNvGrpSpPr/>
            <p:nvPr/>
          </p:nvGrpSpPr>
          <p:grpSpPr>
            <a:xfrm>
              <a:off x="431638" y="1954527"/>
              <a:ext cx="10099468" cy="3445473"/>
              <a:chOff x="6064334" y="1373676"/>
              <a:chExt cx="5606880" cy="191280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770C6C9-BDC1-C26E-9375-A670FC798C8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720" r="407" b="18391"/>
              <a:stretch/>
            </p:blipFill>
            <p:spPr>
              <a:xfrm>
                <a:off x="6064334" y="1373676"/>
                <a:ext cx="5606880" cy="1774484"/>
              </a:xfrm>
              <a:prstGeom prst="rect">
                <a:avLst/>
              </a:prstGeom>
            </p:spPr>
          </p:pic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86083ECB-F2BA-1178-819B-C6AC97838D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0612" y="1963286"/>
                <a:ext cx="2112560" cy="0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543D5EB-675C-9F99-380A-1BEDDA55AC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08039" y="2019513"/>
                <a:ext cx="2082" cy="722687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504103F-B317-4F35-018D-B2CCDBFA18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5992" y="1963286"/>
                <a:ext cx="1494620" cy="0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FD3E91C-D025-0832-199C-B8D3979B10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27583" y="2265091"/>
                <a:ext cx="0" cy="222188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705A2D6-FAB1-8FC6-4CBF-9289DEDAEFA0}"/>
                  </a:ext>
                </a:extLst>
              </p:cNvPr>
              <p:cNvSpPr txBox="1"/>
              <p:nvPr/>
            </p:nvSpPr>
            <p:spPr>
              <a:xfrm>
                <a:off x="8134350" y="1512000"/>
                <a:ext cx="1466850" cy="21315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endParaRPr lang="en-US" sz="180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828573-6583-5751-FF68-81C320249D69}"/>
                  </a:ext>
                </a:extLst>
              </p:cNvPr>
              <p:cNvSpPr txBox="1"/>
              <p:nvPr/>
            </p:nvSpPr>
            <p:spPr>
              <a:xfrm>
                <a:off x="8223034" y="1763776"/>
                <a:ext cx="866775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length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B616B0-9AE3-9DF0-659A-CA3DC4FE99B1}"/>
                  </a:ext>
                </a:extLst>
              </p:cNvPr>
              <p:cNvSpPr txBox="1"/>
              <p:nvPr/>
            </p:nvSpPr>
            <p:spPr>
              <a:xfrm>
                <a:off x="6410036" y="1754368"/>
                <a:ext cx="1544469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 err="1">
                    <a:solidFill>
                      <a:schemeClr val="bg1"/>
                    </a:solidFill>
                  </a:rPr>
                  <a:t>length_tapper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57BDC0-0F28-FF88-97A4-C0F748382173}"/>
                  </a:ext>
                </a:extLst>
              </p:cNvPr>
              <p:cNvSpPr txBox="1"/>
              <p:nvPr/>
            </p:nvSpPr>
            <p:spPr>
              <a:xfrm>
                <a:off x="9837827" y="2244918"/>
                <a:ext cx="615782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gap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DDB685-FD5C-4059-9F07-07844A4288E8}"/>
                  </a:ext>
                </a:extLst>
              </p:cNvPr>
              <p:cNvSpPr txBox="1"/>
              <p:nvPr/>
            </p:nvSpPr>
            <p:spPr>
              <a:xfrm>
                <a:off x="8062690" y="2252988"/>
                <a:ext cx="764382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width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4FDADE-4C44-90F8-C5FB-64C375BCF94A}"/>
                  </a:ext>
                </a:extLst>
              </p:cNvPr>
              <p:cNvSpPr txBox="1"/>
              <p:nvPr/>
            </p:nvSpPr>
            <p:spPr>
              <a:xfrm>
                <a:off x="6584055" y="2256599"/>
                <a:ext cx="1472159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 err="1">
                    <a:solidFill>
                      <a:schemeClr val="bg1"/>
                    </a:solidFill>
                  </a:rPr>
                  <a:t>width_tapper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88CA683-926F-8C97-BA8D-9C185D093DA3}"/>
                  </a:ext>
                </a:extLst>
              </p:cNvPr>
              <p:cNvSpPr txBox="1"/>
              <p:nvPr/>
            </p:nvSpPr>
            <p:spPr>
              <a:xfrm rot="16200000">
                <a:off x="5340767" y="2257562"/>
                <a:ext cx="1774484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 err="1">
                    <a:solidFill>
                      <a:schemeClr val="bg1"/>
                    </a:solidFill>
                  </a:rPr>
                  <a:t>waveguide_width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0B202A48-3E92-0650-325A-82907B3AB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5500" y="2317015"/>
                <a:ext cx="0" cy="123772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A3EF5ED5-5546-67E8-8610-D95E70EC91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47352" y="2149509"/>
                <a:ext cx="0" cy="442922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9479368-3F18-7583-B898-53BAC7C88D94}"/>
                </a:ext>
              </a:extLst>
            </p:cNvPr>
            <p:cNvSpPr txBox="1"/>
            <p:nvPr/>
          </p:nvSpPr>
          <p:spPr>
            <a:xfrm>
              <a:off x="736382" y="3193944"/>
              <a:ext cx="985460" cy="5104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a0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B418B3-8DBC-E738-2D12-ED2C4670197A}"/>
                </a:ext>
              </a:extLst>
            </p:cNvPr>
            <p:cNvSpPr txBox="1"/>
            <p:nvPr/>
          </p:nvSpPr>
          <p:spPr>
            <a:xfrm>
              <a:off x="9805393" y="4224841"/>
              <a:ext cx="913597" cy="5104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6E8D21-BC12-F017-2B99-94F0C47EDC93}"/>
                </a:ext>
              </a:extLst>
            </p:cNvPr>
            <p:cNvSpPr txBox="1"/>
            <p:nvPr/>
          </p:nvSpPr>
          <p:spPr>
            <a:xfrm>
              <a:off x="9801206" y="3485352"/>
              <a:ext cx="913597" cy="5104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b1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388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A56658-AC5D-FF54-32D6-4032899A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Y-junction</a:t>
            </a:r>
            <a:br>
              <a:rPr lang="en-US" sz="2800"/>
            </a:b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16EFFA-EB63-3D9A-D670-113BFED0DE02}"/>
              </a:ext>
            </a:extLst>
          </p:cNvPr>
          <p:cNvGrpSpPr/>
          <p:nvPr/>
        </p:nvGrpSpPr>
        <p:grpSpPr>
          <a:xfrm>
            <a:off x="373872" y="1828934"/>
            <a:ext cx="10981708" cy="2918326"/>
            <a:chOff x="206232" y="1318394"/>
            <a:chExt cx="10981708" cy="291832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1009512-FAD4-798E-2BD7-D96A9DBBBBE7}"/>
                </a:ext>
              </a:extLst>
            </p:cNvPr>
            <p:cNvGrpSpPr/>
            <p:nvPr/>
          </p:nvGrpSpPr>
          <p:grpSpPr>
            <a:xfrm>
              <a:off x="206232" y="1318394"/>
              <a:ext cx="10981708" cy="2918326"/>
              <a:chOff x="4404049" y="1246704"/>
              <a:chExt cx="6677412" cy="1774484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643F7C4-B5BC-52C7-4F0F-659B231910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2868" t="11714" r="7983" b="15931"/>
              <a:stretch/>
            </p:blipFill>
            <p:spPr>
              <a:xfrm>
                <a:off x="4404049" y="1352550"/>
                <a:ext cx="6677412" cy="1536700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0F66EE81-B286-B7AD-05E1-BFCFB8EAD6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8749" y="1832980"/>
                <a:ext cx="5073567" cy="0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64D57D-59DB-1BA8-DAA0-82400CF7D615}"/>
                  </a:ext>
                </a:extLst>
              </p:cNvPr>
              <p:cNvSpPr txBox="1"/>
              <p:nvPr/>
            </p:nvSpPr>
            <p:spPr>
              <a:xfrm>
                <a:off x="6968269" y="1549620"/>
                <a:ext cx="866775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length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1C23A6-3627-0631-A2F1-F2F3D34FD3EA}"/>
                  </a:ext>
                </a:extLst>
              </p:cNvPr>
              <p:cNvSpPr txBox="1"/>
              <p:nvPr/>
            </p:nvSpPr>
            <p:spPr>
              <a:xfrm>
                <a:off x="9649384" y="1996335"/>
                <a:ext cx="615782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gap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AD0C4A-418B-432C-B86F-0C264574D07E}"/>
                  </a:ext>
                </a:extLst>
              </p:cNvPr>
              <p:cNvSpPr txBox="1"/>
              <p:nvPr/>
            </p:nvSpPr>
            <p:spPr>
              <a:xfrm rot="16200000">
                <a:off x="4013141" y="1992265"/>
                <a:ext cx="1774484" cy="28336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buClr>
                    <a:schemeClr val="bg2"/>
                  </a:buClr>
                </a:pPr>
                <a:r>
                  <a:rPr lang="en-US" sz="2000" dirty="0" err="1">
                    <a:solidFill>
                      <a:schemeClr val="bg1"/>
                    </a:solidFill>
                  </a:rPr>
                  <a:t>waveguide_width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47EA7FE-CCD4-6C41-5BAA-1AAC06A13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2316" y="1912485"/>
                <a:ext cx="0" cy="442922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7343BD2-B77D-6033-0E94-97A01FF809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42064" y="2052531"/>
                <a:ext cx="0" cy="170315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513BCD-D7C6-F1B9-E1AD-4567FCDECEA6}"/>
                </a:ext>
              </a:extLst>
            </p:cNvPr>
            <p:cNvSpPr txBox="1"/>
            <p:nvPr/>
          </p:nvSpPr>
          <p:spPr>
            <a:xfrm>
              <a:off x="1147932" y="2947766"/>
              <a:ext cx="899754" cy="4660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a0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D476D8-DD71-6762-A982-05A82B9571BE}"/>
                </a:ext>
              </a:extLst>
            </p:cNvPr>
            <p:cNvSpPr txBox="1"/>
            <p:nvPr/>
          </p:nvSpPr>
          <p:spPr>
            <a:xfrm>
              <a:off x="9682556" y="2962986"/>
              <a:ext cx="834141" cy="4660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32628-D28A-87B3-94D4-557EB720493D}"/>
                </a:ext>
              </a:extLst>
            </p:cNvPr>
            <p:cNvSpPr txBox="1"/>
            <p:nvPr/>
          </p:nvSpPr>
          <p:spPr>
            <a:xfrm>
              <a:off x="9743360" y="2282587"/>
              <a:ext cx="834141" cy="4660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b1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485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A88B63-DBC7-54EE-4448-385DAAAC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Directional coupler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0BE20-19F8-DA11-DA2F-715F757D8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72" y="1618619"/>
            <a:ext cx="9463717" cy="2448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8BD35C-63BE-4D9D-9B39-699467C8AD8E}"/>
              </a:ext>
            </a:extLst>
          </p:cNvPr>
          <p:cNvSpPr txBox="1"/>
          <p:nvPr/>
        </p:nvSpPr>
        <p:spPr>
          <a:xfrm>
            <a:off x="4994259" y="2204545"/>
            <a:ext cx="912506" cy="420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length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E1B2-6498-42E6-5333-DBD56BB92C5E}"/>
              </a:ext>
            </a:extLst>
          </p:cNvPr>
          <p:cNvSpPr txBox="1"/>
          <p:nvPr/>
        </p:nvSpPr>
        <p:spPr>
          <a:xfrm>
            <a:off x="4944560" y="2624725"/>
            <a:ext cx="648270" cy="420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gap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1ADDC-8E50-AD00-2D8B-883784939B6A}"/>
              </a:ext>
            </a:extLst>
          </p:cNvPr>
          <p:cNvSpPr txBox="1"/>
          <p:nvPr/>
        </p:nvSpPr>
        <p:spPr>
          <a:xfrm>
            <a:off x="720000" y="3580044"/>
            <a:ext cx="2631285" cy="2983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2000">
                <a:solidFill>
                  <a:schemeClr val="bg1"/>
                </a:solidFill>
              </a:rPr>
              <a:t>Waveguide_width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C0CFCA-615E-3F87-CD37-414FD9CFEE23}"/>
              </a:ext>
            </a:extLst>
          </p:cNvPr>
          <p:cNvCxnSpPr>
            <a:cxnSpLocks/>
          </p:cNvCxnSpPr>
          <p:nvPr/>
        </p:nvCxnSpPr>
        <p:spPr>
          <a:xfrm>
            <a:off x="4983313" y="2728995"/>
            <a:ext cx="0" cy="17532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F80B46-2EF2-77B5-00A2-99F1CFB9C205}"/>
              </a:ext>
            </a:extLst>
          </p:cNvPr>
          <p:cNvCxnSpPr>
            <a:cxnSpLocks/>
          </p:cNvCxnSpPr>
          <p:nvPr/>
        </p:nvCxnSpPr>
        <p:spPr>
          <a:xfrm>
            <a:off x="4790911" y="2582659"/>
            <a:ext cx="181610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C78791-83F9-6BB5-EFDA-3506C6C42391}"/>
              </a:ext>
            </a:extLst>
          </p:cNvPr>
          <p:cNvCxnSpPr>
            <a:cxnSpLocks/>
          </p:cNvCxnSpPr>
          <p:nvPr/>
        </p:nvCxnSpPr>
        <p:spPr>
          <a:xfrm>
            <a:off x="3365585" y="3233518"/>
            <a:ext cx="589892" cy="495682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F65DB3-3B90-7988-5F1C-DB46203F7816}"/>
              </a:ext>
            </a:extLst>
          </p:cNvPr>
          <p:cNvSpPr txBox="1"/>
          <p:nvPr/>
        </p:nvSpPr>
        <p:spPr>
          <a:xfrm>
            <a:off x="3678874" y="3594821"/>
            <a:ext cx="4093148" cy="420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2000">
                <a:solidFill>
                  <a:schemeClr val="bg1"/>
                </a:solidFill>
              </a:rPr>
              <a:t>bend_type with radius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A0E12F-FED7-F7E7-FBEF-A74589E1E659}"/>
              </a:ext>
            </a:extLst>
          </p:cNvPr>
          <p:cNvCxnSpPr>
            <a:cxnSpLocks/>
          </p:cNvCxnSpPr>
          <p:nvPr/>
        </p:nvCxnSpPr>
        <p:spPr>
          <a:xfrm>
            <a:off x="9719943" y="2120040"/>
            <a:ext cx="0" cy="136768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C1F381-240F-AD7C-BCE0-6DD58990E592}"/>
              </a:ext>
            </a:extLst>
          </p:cNvPr>
          <p:cNvSpPr txBox="1"/>
          <p:nvPr/>
        </p:nvSpPr>
        <p:spPr>
          <a:xfrm>
            <a:off x="8471377" y="2624725"/>
            <a:ext cx="929749" cy="420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spacing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CB5F1-E781-CA2B-C88F-EB53C48F2BF5}"/>
              </a:ext>
            </a:extLst>
          </p:cNvPr>
          <p:cNvSpPr txBox="1"/>
          <p:nvPr/>
        </p:nvSpPr>
        <p:spPr>
          <a:xfrm>
            <a:off x="1188561" y="3292386"/>
            <a:ext cx="575959" cy="4201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b="1">
                <a:solidFill>
                  <a:srgbClr val="FF0000"/>
                </a:solidFill>
              </a:rPr>
              <a:t>a0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2C9CB7-7FCF-6236-6834-9C45CB5BC7CC}"/>
              </a:ext>
            </a:extLst>
          </p:cNvPr>
          <p:cNvSpPr txBox="1"/>
          <p:nvPr/>
        </p:nvSpPr>
        <p:spPr>
          <a:xfrm>
            <a:off x="9695295" y="3319411"/>
            <a:ext cx="575959" cy="4201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b="1">
                <a:solidFill>
                  <a:srgbClr val="FF0000"/>
                </a:solidFill>
              </a:rPr>
              <a:t>b0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A16E5D-6ED3-BD81-1C36-943503DF713C}"/>
              </a:ext>
            </a:extLst>
          </p:cNvPr>
          <p:cNvSpPr txBox="1"/>
          <p:nvPr/>
        </p:nvSpPr>
        <p:spPr>
          <a:xfrm>
            <a:off x="1247218" y="1939251"/>
            <a:ext cx="575959" cy="4201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b="1">
                <a:solidFill>
                  <a:srgbClr val="FF0000"/>
                </a:solidFill>
              </a:rPr>
              <a:t>a1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3124BB-8732-0926-A011-EDDF1197B492}"/>
              </a:ext>
            </a:extLst>
          </p:cNvPr>
          <p:cNvSpPr txBox="1"/>
          <p:nvPr/>
        </p:nvSpPr>
        <p:spPr>
          <a:xfrm>
            <a:off x="9695295" y="1909951"/>
            <a:ext cx="575959" cy="4201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b="1">
                <a:solidFill>
                  <a:srgbClr val="FF0000"/>
                </a:solidFill>
              </a:rPr>
              <a:t>b1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9C8770-8CC7-97DB-B13F-9CBA6B5080F4}"/>
              </a:ext>
            </a:extLst>
          </p:cNvPr>
          <p:cNvGrpSpPr/>
          <p:nvPr/>
        </p:nvGrpSpPr>
        <p:grpSpPr>
          <a:xfrm rot="10800000">
            <a:off x="1703059" y="3288521"/>
            <a:ext cx="1" cy="390767"/>
            <a:chOff x="6451204" y="1939273"/>
            <a:chExt cx="1" cy="39076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B2081B5-9AEC-E4E8-AC47-C033F5B201BA}"/>
                </a:ext>
              </a:extLst>
            </p:cNvPr>
            <p:cNvCxnSpPr>
              <a:cxnSpLocks/>
            </p:cNvCxnSpPr>
            <p:nvPr/>
          </p:nvCxnSpPr>
          <p:spPr>
            <a:xfrm>
              <a:off x="6451204" y="1939273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355D83D-EEBF-FB8E-E635-93969D5FA7A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451204" y="2160770"/>
              <a:ext cx="1" cy="169270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2" name="Table 7">
            <a:extLst>
              <a:ext uri="{FF2B5EF4-FFF2-40B4-BE49-F238E27FC236}">
                <a16:creationId xmlns:a16="http://schemas.microsoft.com/office/drawing/2014/main" id="{A1FDB811-CC23-12FD-9492-65EC8D92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220485"/>
              </p:ext>
            </p:extLst>
          </p:nvPr>
        </p:nvGraphicFramePr>
        <p:xfrm>
          <a:off x="1588761" y="4764433"/>
          <a:ext cx="8273373" cy="115349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71693">
                  <a:extLst>
                    <a:ext uri="{9D8B030D-6E8A-4147-A177-3AD203B41FA5}">
                      <a16:colId xmlns:a16="http://schemas.microsoft.com/office/drawing/2014/main" val="3070113859"/>
                    </a:ext>
                  </a:extLst>
                </a:gridCol>
                <a:gridCol w="3023589">
                  <a:extLst>
                    <a:ext uri="{9D8B030D-6E8A-4147-A177-3AD203B41FA5}">
                      <a16:colId xmlns:a16="http://schemas.microsoft.com/office/drawing/2014/main" val="2271885736"/>
                    </a:ext>
                  </a:extLst>
                </a:gridCol>
                <a:gridCol w="2978091">
                  <a:extLst>
                    <a:ext uri="{9D8B030D-6E8A-4147-A177-3AD203B41FA5}">
                      <a16:colId xmlns:a16="http://schemas.microsoft.com/office/drawing/2014/main" val="126621351"/>
                    </a:ext>
                  </a:extLst>
                </a:gridCol>
              </a:tblGrid>
              <a:tr h="482932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Extra_parameters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Default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Descprition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21777"/>
                  </a:ext>
                </a:extLst>
              </a:tr>
              <a:tr h="315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/>
                        <a:t>bend_type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Bend.S_BEND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S_BEND, EULER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138892"/>
                  </a:ext>
                </a:extLst>
              </a:tr>
              <a:tr h="3222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/>
                        <a:t>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Radius of the cross-section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Radius of the bend in 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970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53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56F895-8F55-CD09-E782-99A21F3A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Extra-parameters for Coupler MMI/Y-Junction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D28E29A-D0F5-53E9-1C4E-387922A8596E}"/>
              </a:ext>
            </a:extLst>
          </p:cNvPr>
          <p:cNvGrpSpPr/>
          <p:nvPr/>
        </p:nvGrpSpPr>
        <p:grpSpPr>
          <a:xfrm>
            <a:off x="5598497" y="1371599"/>
            <a:ext cx="6010869" cy="4899035"/>
            <a:chOff x="5598497" y="1371599"/>
            <a:chExt cx="6010869" cy="489903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19E51D-E011-EC08-98EF-CDB54AB58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25391" y="1371599"/>
              <a:ext cx="5805809" cy="160972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33FD85-18DA-D976-173F-84A7C149497C}"/>
                </a:ext>
              </a:extLst>
            </p:cNvPr>
            <p:cNvSpPr txBox="1"/>
            <p:nvPr/>
          </p:nvSpPr>
          <p:spPr>
            <a:xfrm>
              <a:off x="6876066" y="3057299"/>
              <a:ext cx="2986480" cy="4320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800"/>
                <a:t>MMI extra-parameters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F5BDE2B-3A1A-41EB-88BD-873441D9A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8560" y="3565309"/>
              <a:ext cx="5930806" cy="219731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EFA37A-9F03-D0FA-8C30-B94A6FF03211}"/>
                </a:ext>
              </a:extLst>
            </p:cNvPr>
            <p:cNvSpPr txBox="1"/>
            <p:nvPr/>
          </p:nvSpPr>
          <p:spPr>
            <a:xfrm>
              <a:off x="6689465" y="5838600"/>
              <a:ext cx="3877659" cy="4320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800" dirty="0"/>
                <a:t>Y-Junction extra-parameters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7A75A7E-41B6-CB52-B437-84F290812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5825" y="1795361"/>
              <a:ext cx="628650" cy="252514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760652-F1C1-FF96-BA27-4E71ED42489E}"/>
                </a:ext>
              </a:extLst>
            </p:cNvPr>
            <p:cNvSpPr txBox="1"/>
            <p:nvPr/>
          </p:nvSpPr>
          <p:spPr>
            <a:xfrm>
              <a:off x="6315009" y="1479657"/>
              <a:ext cx="3763481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 dirty="0" err="1">
                  <a:solidFill>
                    <a:schemeClr val="bg1"/>
                  </a:solidFill>
                </a:rPr>
                <a:t>bend_type</a:t>
              </a:r>
              <a:r>
                <a:rPr lang="en-US" sz="1400" dirty="0">
                  <a:solidFill>
                    <a:schemeClr val="bg1"/>
                  </a:solidFill>
                </a:rPr>
                <a:t> and radius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AA99938-AA7B-949B-F57F-CF44934BA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93380" y="4073318"/>
              <a:ext cx="628650" cy="252514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D84FBBE-5E5F-B3E2-4FA6-EF872400B5B2}"/>
                </a:ext>
              </a:extLst>
            </p:cNvPr>
            <p:cNvCxnSpPr>
              <a:cxnSpLocks/>
            </p:cNvCxnSpPr>
            <p:nvPr/>
          </p:nvCxnSpPr>
          <p:spPr>
            <a:xfrm>
              <a:off x="11060906" y="1918493"/>
              <a:ext cx="0" cy="624682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2262FF4-3D91-2FB3-833C-6C90A7194095}"/>
                </a:ext>
              </a:extLst>
            </p:cNvPr>
            <p:cNvSpPr txBox="1"/>
            <p:nvPr/>
          </p:nvSpPr>
          <p:spPr>
            <a:xfrm>
              <a:off x="10235425" y="2047875"/>
              <a:ext cx="883154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spacing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AA82C6A-5B4D-BA98-0B95-4E94A4443CC0}"/>
                </a:ext>
              </a:extLst>
            </p:cNvPr>
            <p:cNvCxnSpPr>
              <a:cxnSpLocks/>
            </p:cNvCxnSpPr>
            <p:nvPr/>
          </p:nvCxnSpPr>
          <p:spPr>
            <a:xfrm>
              <a:off x="10269518" y="4013491"/>
              <a:ext cx="0" cy="1306222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D67E98-0AA9-E4FC-FCAD-453F1DC84EEB}"/>
                </a:ext>
              </a:extLst>
            </p:cNvPr>
            <p:cNvSpPr txBox="1"/>
            <p:nvPr/>
          </p:nvSpPr>
          <p:spPr>
            <a:xfrm>
              <a:off x="9420969" y="4452435"/>
              <a:ext cx="883154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>
                  <a:solidFill>
                    <a:schemeClr val="bg1"/>
                  </a:solidFill>
                </a:rPr>
                <a:t>spacing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E2BD4D-673D-A379-7DF0-532F85B979C3}"/>
                </a:ext>
              </a:extLst>
            </p:cNvPr>
            <p:cNvSpPr txBox="1"/>
            <p:nvPr/>
          </p:nvSpPr>
          <p:spPr>
            <a:xfrm>
              <a:off x="5686991" y="1914702"/>
              <a:ext cx="547094" cy="2833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a0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705B5E-F9F4-3E77-6DD5-05CB81313499}"/>
                </a:ext>
              </a:extLst>
            </p:cNvPr>
            <p:cNvSpPr txBox="1"/>
            <p:nvPr/>
          </p:nvSpPr>
          <p:spPr>
            <a:xfrm>
              <a:off x="5598497" y="4303445"/>
              <a:ext cx="547094" cy="2833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a0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E4EDF3-916F-AAEF-356F-9943C59759C9}"/>
                </a:ext>
              </a:extLst>
            </p:cNvPr>
            <p:cNvSpPr txBox="1"/>
            <p:nvPr/>
          </p:nvSpPr>
          <p:spPr>
            <a:xfrm>
              <a:off x="11022506" y="2340574"/>
              <a:ext cx="547094" cy="2833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AD178B-E82D-8BD4-351F-DFD8C1B903C3}"/>
                </a:ext>
              </a:extLst>
            </p:cNvPr>
            <p:cNvSpPr txBox="1"/>
            <p:nvPr/>
          </p:nvSpPr>
          <p:spPr>
            <a:xfrm>
              <a:off x="11022506" y="1699825"/>
              <a:ext cx="547094" cy="2833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b1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179DC3-B196-12CC-F3F7-045DC8C6BC9B}"/>
                </a:ext>
              </a:extLst>
            </p:cNvPr>
            <p:cNvSpPr txBox="1"/>
            <p:nvPr/>
          </p:nvSpPr>
          <p:spPr>
            <a:xfrm>
              <a:off x="10303784" y="5107530"/>
              <a:ext cx="547094" cy="2833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17DDA7-037B-D128-9D6A-9B6E30DB3CCF}"/>
                </a:ext>
              </a:extLst>
            </p:cNvPr>
            <p:cNvSpPr txBox="1"/>
            <p:nvPr/>
          </p:nvSpPr>
          <p:spPr>
            <a:xfrm>
              <a:off x="10293577" y="3821028"/>
              <a:ext cx="547094" cy="2833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b1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B386F8-2E34-F615-DF72-B6408FABDF79}"/>
                </a:ext>
              </a:extLst>
            </p:cNvPr>
            <p:cNvSpPr txBox="1"/>
            <p:nvPr/>
          </p:nvSpPr>
          <p:spPr>
            <a:xfrm>
              <a:off x="6146653" y="3712166"/>
              <a:ext cx="3763481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 dirty="0" err="1">
                  <a:solidFill>
                    <a:schemeClr val="bg1"/>
                  </a:solidFill>
                </a:rPr>
                <a:t>bend_type</a:t>
              </a:r>
              <a:r>
                <a:rPr lang="en-US" sz="1400" dirty="0">
                  <a:solidFill>
                    <a:schemeClr val="bg1"/>
                  </a:solidFill>
                </a:rPr>
                <a:t> and radius</a:t>
              </a:r>
            </a:p>
          </p:txBody>
        </p:sp>
      </p:grpSp>
      <p:graphicFrame>
        <p:nvGraphicFramePr>
          <p:cNvPr id="29" name="Table 7">
            <a:extLst>
              <a:ext uri="{FF2B5EF4-FFF2-40B4-BE49-F238E27FC236}">
                <a16:creationId xmlns:a16="http://schemas.microsoft.com/office/drawing/2014/main" id="{427D9372-6A92-2F06-ECAF-E92B0C44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973979"/>
              </p:ext>
            </p:extLst>
          </p:nvPr>
        </p:nvGraphicFramePr>
        <p:xfrm>
          <a:off x="86189" y="2218130"/>
          <a:ext cx="5400649" cy="22783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82904">
                  <a:extLst>
                    <a:ext uri="{9D8B030D-6E8A-4147-A177-3AD203B41FA5}">
                      <a16:colId xmlns:a16="http://schemas.microsoft.com/office/drawing/2014/main" val="3070113859"/>
                    </a:ext>
                  </a:extLst>
                </a:gridCol>
                <a:gridCol w="1973722">
                  <a:extLst>
                    <a:ext uri="{9D8B030D-6E8A-4147-A177-3AD203B41FA5}">
                      <a16:colId xmlns:a16="http://schemas.microsoft.com/office/drawing/2014/main" val="2271885736"/>
                    </a:ext>
                  </a:extLst>
                </a:gridCol>
                <a:gridCol w="1944023">
                  <a:extLst>
                    <a:ext uri="{9D8B030D-6E8A-4147-A177-3AD203B41FA5}">
                      <a16:colId xmlns:a16="http://schemas.microsoft.com/office/drawing/2014/main" val="126621351"/>
                    </a:ext>
                  </a:extLst>
                </a:gridCol>
              </a:tblGrid>
              <a:tr h="775253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Extra_parameters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Default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Descprition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21777"/>
                  </a:ext>
                </a:extLst>
              </a:tr>
              <a:tr h="409841">
                <a:tc>
                  <a:txBody>
                    <a:bodyPr/>
                    <a:lstStyle/>
                    <a:p>
                      <a:r>
                        <a:rPr lang="fr-CH" sz="1600" noProof="0" dirty="0" err="1"/>
                        <a:t>spacing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0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um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78943"/>
                  </a:ext>
                </a:extLst>
              </a:tr>
              <a:tr h="465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/>
                        <a:t>bend_type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Bend.S_BEND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S_BEND, EULER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138892"/>
                  </a:ext>
                </a:extLst>
              </a:tr>
              <a:tr h="6280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/>
                        <a:t>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Radius of the cross-section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Radius of the bend in 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970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27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10478E-ACDB-3EF8-8945-F0BB4AA4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Border chip in </a:t>
            </a:r>
            <a:r>
              <a:rPr lang="fr-CH" b="1" dirty="0">
                <a:solidFill>
                  <a:srgbClr val="FF0000"/>
                </a:solidFill>
              </a:rPr>
              <a:t>BorderPDKCSEM.py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0E20BE-2927-DB2E-155A-AF4B3DD617BF}"/>
              </a:ext>
            </a:extLst>
          </p:cNvPr>
          <p:cNvGrpSpPr/>
          <p:nvPr/>
        </p:nvGrpSpPr>
        <p:grpSpPr>
          <a:xfrm>
            <a:off x="6956163" y="1227917"/>
            <a:ext cx="4563837" cy="4402165"/>
            <a:chOff x="7064283" y="611795"/>
            <a:chExt cx="4082055" cy="38673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95709E3-93CD-F10E-6FAF-29CE2ADAB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29047" y="611795"/>
              <a:ext cx="3917291" cy="3867325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75F108F-D9ED-5902-5DFA-A247DEDAC78D}"/>
                </a:ext>
              </a:extLst>
            </p:cNvPr>
            <p:cNvCxnSpPr>
              <a:cxnSpLocks/>
            </p:cNvCxnSpPr>
            <p:nvPr/>
          </p:nvCxnSpPr>
          <p:spPr>
            <a:xfrm>
              <a:off x="10306050" y="728663"/>
              <a:ext cx="4763" cy="360045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E3514C-DEC2-A6F4-D75E-4CE39AC5A118}"/>
                </a:ext>
              </a:extLst>
            </p:cNvPr>
            <p:cNvSpPr txBox="1"/>
            <p:nvPr/>
          </p:nvSpPr>
          <p:spPr>
            <a:xfrm>
              <a:off x="9124953" y="2144713"/>
              <a:ext cx="1244117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 dirty="0" err="1">
                  <a:solidFill>
                    <a:schemeClr val="bg1"/>
                  </a:solidFill>
                </a:rPr>
                <a:t>chip_size_y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9F6077B-7B8A-84D0-91AB-D36344FE78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6638" y="3671888"/>
              <a:ext cx="3590925" cy="14287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2AEF64-FCB2-358C-E693-A18F30F59B60}"/>
                </a:ext>
              </a:extLst>
            </p:cNvPr>
            <p:cNvSpPr txBox="1"/>
            <p:nvPr/>
          </p:nvSpPr>
          <p:spPr>
            <a:xfrm>
              <a:off x="8687791" y="3382252"/>
              <a:ext cx="1244117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 dirty="0" err="1">
                  <a:solidFill>
                    <a:schemeClr val="bg1"/>
                  </a:solidFill>
                </a:rPr>
                <a:t>chip_size_x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E3156B6-CA83-7142-9F82-B62C76B396D9}"/>
                </a:ext>
              </a:extLst>
            </p:cNvPr>
            <p:cNvSpPr txBox="1"/>
            <p:nvPr/>
          </p:nvSpPr>
          <p:spPr>
            <a:xfrm>
              <a:off x="8191123" y="1190535"/>
              <a:ext cx="1244117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 dirty="0">
                  <a:solidFill>
                    <a:schemeClr val="bg1"/>
                  </a:solidFill>
                </a:rPr>
                <a:t>text top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58AD1B-C6B1-08FF-993D-E73D6427A7E2}"/>
                </a:ext>
              </a:extLst>
            </p:cNvPr>
            <p:cNvSpPr txBox="1"/>
            <p:nvPr/>
          </p:nvSpPr>
          <p:spPr>
            <a:xfrm>
              <a:off x="7523191" y="3742296"/>
              <a:ext cx="1244117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 dirty="0">
                  <a:solidFill>
                    <a:schemeClr val="bg1"/>
                  </a:solidFill>
                </a:rPr>
                <a:t>text </a:t>
              </a:r>
              <a:r>
                <a:rPr lang="en-US" sz="1400" dirty="0" err="1">
                  <a:solidFill>
                    <a:schemeClr val="bg1"/>
                  </a:solidFill>
                </a:rPr>
                <a:t>bottop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13C0D11-D4E5-B3C7-3A76-B9D4A50EBDAC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flipH="1">
              <a:off x="8813182" y="863590"/>
              <a:ext cx="445118" cy="326945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FA4155F-8CF6-BE54-DACC-14CADB20C6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1123" y="4025657"/>
              <a:ext cx="1009288" cy="134148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E1CA03D-A290-384D-CBF4-4EC60D9C2100}"/>
                </a:ext>
              </a:extLst>
            </p:cNvPr>
            <p:cNvSpPr txBox="1"/>
            <p:nvPr/>
          </p:nvSpPr>
          <p:spPr>
            <a:xfrm>
              <a:off x="7377814" y="1135384"/>
              <a:ext cx="1244117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 dirty="0">
                  <a:solidFill>
                    <a:schemeClr val="bg1"/>
                  </a:solidFill>
                </a:rPr>
                <a:t>radius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1A1695C-19CA-3BAD-7239-416C6AE33F78}"/>
                </a:ext>
              </a:extLst>
            </p:cNvPr>
            <p:cNvGrpSpPr/>
            <p:nvPr/>
          </p:nvGrpSpPr>
          <p:grpSpPr>
            <a:xfrm rot="5173629">
              <a:off x="7338844" y="1974524"/>
              <a:ext cx="18947" cy="568069"/>
              <a:chOff x="5909428" y="1944142"/>
              <a:chExt cx="18947" cy="568069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9BC3797-D0E1-2D9C-794C-AE9E2D8391DA}"/>
                  </a:ext>
                </a:extLst>
              </p:cNvPr>
              <p:cNvCxnSpPr>
                <a:cxnSpLocks/>
              </p:cNvCxnSpPr>
              <p:nvPr/>
            </p:nvCxnSpPr>
            <p:spPr>
              <a:xfrm rot="16426371" flipH="1">
                <a:off x="5800676" y="2069714"/>
                <a:ext cx="253271" cy="2127"/>
              </a:xfrm>
              <a:prstGeom prst="straightConnector1">
                <a:avLst/>
              </a:prstGeom>
              <a:ln w="19050"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F0B13566-051A-DC41-5858-F4869808B1CE}"/>
                  </a:ext>
                </a:extLst>
              </p:cNvPr>
              <p:cNvCxnSpPr>
                <a:cxnSpLocks/>
              </p:cNvCxnSpPr>
              <p:nvPr/>
            </p:nvCxnSpPr>
            <p:spPr>
              <a:xfrm rot="16426371">
                <a:off x="5781030" y="2383814"/>
                <a:ext cx="256795" cy="0"/>
              </a:xfrm>
              <a:prstGeom prst="straightConnector1">
                <a:avLst/>
              </a:prstGeom>
              <a:ln w="19050"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0D74158-5844-2159-F753-615BCD6EBDDA}"/>
                </a:ext>
              </a:extLst>
            </p:cNvPr>
            <p:cNvSpPr txBox="1"/>
            <p:nvPr/>
          </p:nvSpPr>
          <p:spPr>
            <a:xfrm>
              <a:off x="7388536" y="2086329"/>
              <a:ext cx="1244117" cy="2833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1400" dirty="0" err="1">
                  <a:solidFill>
                    <a:schemeClr val="bg1"/>
                  </a:solidFill>
                </a:rPr>
                <a:t>extra_size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8300A50-7D3E-C50B-7A3A-F82391FD28AD}"/>
                </a:ext>
              </a:extLst>
            </p:cNvPr>
            <p:cNvCxnSpPr>
              <a:cxnSpLocks/>
            </p:cNvCxnSpPr>
            <p:nvPr/>
          </p:nvCxnSpPr>
          <p:spPr>
            <a:xfrm>
              <a:off x="7442102" y="841798"/>
              <a:ext cx="323810" cy="305153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7">
            <a:extLst>
              <a:ext uri="{FF2B5EF4-FFF2-40B4-BE49-F238E27FC236}">
                <a16:creationId xmlns:a16="http://schemas.microsoft.com/office/drawing/2014/main" id="{0DB0CA1B-FFFF-A694-5CFA-3BD18FD1D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628333"/>
              </p:ext>
            </p:extLst>
          </p:nvPr>
        </p:nvGraphicFramePr>
        <p:xfrm>
          <a:off x="144675" y="1422083"/>
          <a:ext cx="6750799" cy="386732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48005">
                  <a:extLst>
                    <a:ext uri="{9D8B030D-6E8A-4147-A177-3AD203B41FA5}">
                      <a16:colId xmlns:a16="http://schemas.microsoft.com/office/drawing/2014/main" val="3070113859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271885736"/>
                    </a:ext>
                  </a:extLst>
                </a:gridCol>
                <a:gridCol w="2163454">
                  <a:extLst>
                    <a:ext uri="{9D8B030D-6E8A-4147-A177-3AD203B41FA5}">
                      <a16:colId xmlns:a16="http://schemas.microsoft.com/office/drawing/2014/main" val="126621351"/>
                    </a:ext>
                  </a:extLst>
                </a:gridCol>
              </a:tblGrid>
              <a:tr h="501764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Extra_parameters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Default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Descprition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21777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r>
                        <a:rPr lang="fr-CH" sz="1600" noProof="0" dirty="0" err="1"/>
                        <a:t>chip_size_x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5000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um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78943"/>
                  </a:ext>
                </a:extLst>
              </a:tr>
              <a:tr h="399726">
                <a:tc>
                  <a:txBody>
                    <a:bodyPr/>
                    <a:lstStyle/>
                    <a:p>
                      <a:r>
                        <a:rPr lang="fr-CH" sz="1600" noProof="0" dirty="0" err="1"/>
                        <a:t>chip_size_y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5000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um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138892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/>
                        <a:t>extra_size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150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um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970922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600" noProof="0" dirty="0" err="1"/>
                        <a:t>text_bottom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“”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967311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600" noProof="0" dirty="0" err="1"/>
                        <a:t>text_top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“”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807055"/>
                  </a:ext>
                </a:extLst>
              </a:tr>
              <a:tr h="369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elena_logo_position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Border.Position.NONE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NONE, RIGHT, LEFT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102814"/>
                  </a:ext>
                </a:extLst>
              </a:tr>
              <a:tr h="58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csem_logo_position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Border.Position.NONE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NONE, RIGHT, LEFT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07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086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D34ED0-A632-ADA5-8C16-BBE277C8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Resonator</a:t>
            </a:r>
            <a:r>
              <a:rPr lang="fr-CH" dirty="0"/>
              <a:t> in </a:t>
            </a:r>
            <a:r>
              <a:rPr lang="fr-CH" b="1" dirty="0">
                <a:solidFill>
                  <a:srgbClr val="FF0000"/>
                </a:solidFill>
              </a:rPr>
              <a:t>ResonatorPDKCSEM.py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CE824B-8735-22C3-4851-7FF589268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714" y="1203338"/>
            <a:ext cx="3049887" cy="41986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F67890-8F3E-E342-EF6D-492621CBBD30}"/>
              </a:ext>
            </a:extLst>
          </p:cNvPr>
          <p:cNvSpPr txBox="1"/>
          <p:nvPr/>
        </p:nvSpPr>
        <p:spPr>
          <a:xfrm>
            <a:off x="6280265" y="1665687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D7ADD-9F5F-D98D-0054-25AD353E81E0}"/>
              </a:ext>
            </a:extLst>
          </p:cNvPr>
          <p:cNvSpPr txBox="1"/>
          <p:nvPr/>
        </p:nvSpPr>
        <p:spPr>
          <a:xfrm>
            <a:off x="8896034" y="1317628"/>
            <a:ext cx="547094" cy="2833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849FC1-6819-5CC3-799F-F0A11982183E}"/>
              </a:ext>
            </a:extLst>
          </p:cNvPr>
          <p:cNvCxnSpPr>
            <a:cxnSpLocks/>
          </p:cNvCxnSpPr>
          <p:nvPr/>
        </p:nvCxnSpPr>
        <p:spPr>
          <a:xfrm>
            <a:off x="9019583" y="2772703"/>
            <a:ext cx="0" cy="128778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30373A-8B9C-6652-4ECC-B5B4459A0F3E}"/>
              </a:ext>
            </a:extLst>
          </p:cNvPr>
          <p:cNvSpPr txBox="1"/>
          <p:nvPr/>
        </p:nvSpPr>
        <p:spPr>
          <a:xfrm>
            <a:off x="7565915" y="3388162"/>
            <a:ext cx="1529868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length_straight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576594-0C83-4FA1-A5D0-01E53FA5E830}"/>
              </a:ext>
            </a:extLst>
          </p:cNvPr>
          <p:cNvSpPr txBox="1"/>
          <p:nvPr/>
        </p:nvSpPr>
        <p:spPr>
          <a:xfrm>
            <a:off x="6926850" y="4065082"/>
            <a:ext cx="828043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400" dirty="0">
                <a:solidFill>
                  <a:schemeClr val="bg1"/>
                </a:solidFill>
              </a:rPr>
              <a:t>r</a:t>
            </a:r>
            <a:r>
              <a:rPr lang="en-US" sz="1400" dirty="0" err="1">
                <a:solidFill>
                  <a:schemeClr val="bg1"/>
                </a:solidFill>
              </a:rPr>
              <a:t>adius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6FE183-DAD4-5659-1FCB-DACD332D4D87}"/>
              </a:ext>
            </a:extLst>
          </p:cNvPr>
          <p:cNvCxnSpPr>
            <a:cxnSpLocks/>
          </p:cNvCxnSpPr>
          <p:nvPr/>
        </p:nvCxnSpPr>
        <p:spPr>
          <a:xfrm flipV="1">
            <a:off x="7022145" y="4498713"/>
            <a:ext cx="318726" cy="376487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97372D0-889A-BAB2-1DE1-A1BF9605BF96}"/>
              </a:ext>
            </a:extLst>
          </p:cNvPr>
          <p:cNvSpPr txBox="1"/>
          <p:nvPr/>
        </p:nvSpPr>
        <p:spPr>
          <a:xfrm>
            <a:off x="6351076" y="2944490"/>
            <a:ext cx="2686220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resonator_wg_width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DE3D87-66C8-E008-D349-72AAF1C01157}"/>
              </a:ext>
            </a:extLst>
          </p:cNvPr>
          <p:cNvGrpSpPr/>
          <p:nvPr/>
        </p:nvGrpSpPr>
        <p:grpSpPr>
          <a:xfrm rot="5400000">
            <a:off x="6598816" y="2981598"/>
            <a:ext cx="1603" cy="299553"/>
            <a:chOff x="5905500" y="2074862"/>
            <a:chExt cx="1603" cy="29955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BAF04A1-28F8-3EDD-D2EB-23862C0FA9F3}"/>
                </a:ext>
              </a:extLst>
            </p:cNvPr>
            <p:cNvCxnSpPr>
              <a:cxnSpLocks/>
            </p:cNvCxnSpPr>
            <p:nvPr/>
          </p:nvCxnSpPr>
          <p:spPr>
            <a:xfrm>
              <a:off x="5907103" y="2074862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CAA2A80-E30C-37B3-F8FA-02466C285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00" y="2247978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B8BC3F9-13E2-0096-8DAA-BB4D02A924C0}"/>
              </a:ext>
            </a:extLst>
          </p:cNvPr>
          <p:cNvSpPr txBox="1"/>
          <p:nvPr/>
        </p:nvSpPr>
        <p:spPr>
          <a:xfrm>
            <a:off x="5679035" y="1221746"/>
            <a:ext cx="2686220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bus_wg_width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187ED9-A66E-C2F6-DFB0-00A43C7D9790}"/>
              </a:ext>
            </a:extLst>
          </p:cNvPr>
          <p:cNvGrpSpPr/>
          <p:nvPr/>
        </p:nvGrpSpPr>
        <p:grpSpPr>
          <a:xfrm rot="10800000">
            <a:off x="6823375" y="1541177"/>
            <a:ext cx="1603" cy="289886"/>
            <a:chOff x="5907881" y="2067860"/>
            <a:chExt cx="1603" cy="289886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8999CE6-2F3B-1F91-C7F3-034FFCCC1C11}"/>
                </a:ext>
              </a:extLst>
            </p:cNvPr>
            <p:cNvCxnSpPr>
              <a:cxnSpLocks/>
            </p:cNvCxnSpPr>
            <p:nvPr/>
          </p:nvCxnSpPr>
          <p:spPr>
            <a:xfrm>
              <a:off x="5908279" y="2067860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9E6CBE6-6B14-38BD-9881-C1D78433BB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7881" y="2231309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CE549437-C793-B6D9-066B-A7F9BF0CF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318" y="1949046"/>
            <a:ext cx="2180932" cy="121810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BE7BF9A-7993-5C2B-EEC1-98099F04883E}"/>
              </a:ext>
            </a:extLst>
          </p:cNvPr>
          <p:cNvSpPr/>
          <p:nvPr/>
        </p:nvSpPr>
        <p:spPr>
          <a:xfrm>
            <a:off x="7694186" y="1407322"/>
            <a:ext cx="309210" cy="21106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EE4F11-DD56-90EE-8652-083B932C14D0}"/>
              </a:ext>
            </a:extLst>
          </p:cNvPr>
          <p:cNvSpPr/>
          <p:nvPr/>
        </p:nvSpPr>
        <p:spPr>
          <a:xfrm>
            <a:off x="9641409" y="1949046"/>
            <a:ext cx="2180931" cy="12181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1B9B58-13D7-12FB-B7DA-AEE37C8F924A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8019978" y="1652554"/>
            <a:ext cx="1621431" cy="9055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50CF309-4105-7EEA-783F-677F24BA3847}"/>
              </a:ext>
            </a:extLst>
          </p:cNvPr>
          <p:cNvSpPr txBox="1"/>
          <p:nvPr/>
        </p:nvSpPr>
        <p:spPr>
          <a:xfrm>
            <a:off x="9769360" y="2043203"/>
            <a:ext cx="860255" cy="2833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gap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DD51974-88CC-8FD8-D5F4-2292BDEF0EC6}"/>
              </a:ext>
            </a:extLst>
          </p:cNvPr>
          <p:cNvGrpSpPr/>
          <p:nvPr/>
        </p:nvGrpSpPr>
        <p:grpSpPr>
          <a:xfrm rot="10800000">
            <a:off x="10194397" y="2390545"/>
            <a:ext cx="3586" cy="404186"/>
            <a:chOff x="6451204" y="1939273"/>
            <a:chExt cx="3586" cy="404186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4781202-5257-E04A-16BD-66C990F87E35}"/>
                </a:ext>
              </a:extLst>
            </p:cNvPr>
            <p:cNvCxnSpPr>
              <a:cxnSpLocks/>
            </p:cNvCxnSpPr>
            <p:nvPr/>
          </p:nvCxnSpPr>
          <p:spPr>
            <a:xfrm>
              <a:off x="6451204" y="1939273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24E2F21-2B1F-5725-F933-2D078F9BD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3187" y="2217022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7" name="Table 7">
            <a:extLst>
              <a:ext uri="{FF2B5EF4-FFF2-40B4-BE49-F238E27FC236}">
                <a16:creationId xmlns:a16="http://schemas.microsoft.com/office/drawing/2014/main" id="{0B5DA384-834C-1D05-6AB1-81A225A7F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306542"/>
              </p:ext>
            </p:extLst>
          </p:nvPr>
        </p:nvGraphicFramePr>
        <p:xfrm>
          <a:off x="193555" y="2351399"/>
          <a:ext cx="6035124" cy="190501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09686">
                  <a:extLst>
                    <a:ext uri="{9D8B030D-6E8A-4147-A177-3AD203B41FA5}">
                      <a16:colId xmlns:a16="http://schemas.microsoft.com/office/drawing/2014/main" val="3070113859"/>
                    </a:ext>
                  </a:extLst>
                </a:gridCol>
                <a:gridCol w="2091339">
                  <a:extLst>
                    <a:ext uri="{9D8B030D-6E8A-4147-A177-3AD203B41FA5}">
                      <a16:colId xmlns:a16="http://schemas.microsoft.com/office/drawing/2014/main" val="2271885736"/>
                    </a:ext>
                  </a:extLst>
                </a:gridCol>
                <a:gridCol w="1934099">
                  <a:extLst>
                    <a:ext uri="{9D8B030D-6E8A-4147-A177-3AD203B41FA5}">
                      <a16:colId xmlns:a16="http://schemas.microsoft.com/office/drawing/2014/main" val="126621351"/>
                    </a:ext>
                  </a:extLst>
                </a:gridCol>
              </a:tblGrid>
              <a:tr h="501764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Extra_parameters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Default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Descprition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21777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r>
                        <a:rPr lang="fr-CH" sz="1600" noProof="0" dirty="0" err="1"/>
                        <a:t>length_straight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0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um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78943"/>
                  </a:ext>
                </a:extLst>
              </a:tr>
              <a:tr h="399726"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angle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0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 err="1"/>
                        <a:t>degree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138892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bend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Bend.ARC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ARC, EULER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970922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1DE6C3-5ED6-7A6B-9CF4-88FE5A25A8EC}"/>
              </a:ext>
            </a:extLst>
          </p:cNvPr>
          <p:cNvCxnSpPr>
            <a:cxnSpLocks/>
          </p:cNvCxnSpPr>
          <p:nvPr/>
        </p:nvCxnSpPr>
        <p:spPr>
          <a:xfrm flipH="1">
            <a:off x="7821861" y="1547704"/>
            <a:ext cx="348534" cy="138029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B06DEE5-5301-F9CA-544B-D48FA9A66C86}"/>
              </a:ext>
            </a:extLst>
          </p:cNvPr>
          <p:cNvCxnSpPr>
            <a:cxnSpLocks/>
          </p:cNvCxnSpPr>
          <p:nvPr/>
        </p:nvCxnSpPr>
        <p:spPr>
          <a:xfrm>
            <a:off x="7503809" y="1541177"/>
            <a:ext cx="320433" cy="138682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47EEBD8-1F3B-EDCD-3D06-22F872AC1213}"/>
              </a:ext>
            </a:extLst>
          </p:cNvPr>
          <p:cNvSpPr txBox="1"/>
          <p:nvPr/>
        </p:nvSpPr>
        <p:spPr>
          <a:xfrm>
            <a:off x="7692230" y="2600693"/>
            <a:ext cx="872143" cy="259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angle</a:t>
            </a:r>
          </a:p>
        </p:txBody>
      </p:sp>
    </p:spTree>
    <p:extLst>
      <p:ext uri="{BB962C8B-B14F-4D97-AF65-F5344CB8AC3E}">
        <p14:creationId xmlns:p14="http://schemas.microsoft.com/office/powerpoint/2010/main" val="1089432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EA175F-D7BA-14E2-5663-2211BB62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Edge coupler in </a:t>
            </a:r>
            <a:r>
              <a:rPr lang="fr-CH" b="1" dirty="0">
                <a:solidFill>
                  <a:srgbClr val="FF0000"/>
                </a:solidFill>
              </a:rPr>
              <a:t>EdgeCouplerPDKCSEM.py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B14ED4-6352-2C49-9B73-D31ABD5DF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64" y="1565034"/>
            <a:ext cx="5160427" cy="1032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1EB121-196A-0062-72E4-D72970F26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805" y="1449608"/>
            <a:ext cx="4206631" cy="1550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E321A8-BCA5-C043-0F6B-30FC9F88A535}"/>
              </a:ext>
            </a:extLst>
          </p:cNvPr>
          <p:cNvSpPr txBox="1"/>
          <p:nvPr/>
        </p:nvSpPr>
        <p:spPr>
          <a:xfrm>
            <a:off x="1680537" y="3029541"/>
            <a:ext cx="2986480" cy="864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Single Edge coupler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588CE-5F1F-F437-8B47-684AA915DC5C}"/>
              </a:ext>
            </a:extLst>
          </p:cNvPr>
          <p:cNvSpPr txBox="1"/>
          <p:nvPr/>
        </p:nvSpPr>
        <p:spPr>
          <a:xfrm>
            <a:off x="7273967" y="3270753"/>
            <a:ext cx="2986480" cy="864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Double Edge coupler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A66BEC-B7F1-91CF-9E99-A9D397A99D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766" t="19267" r="4319" b="23225"/>
          <a:stretch/>
        </p:blipFill>
        <p:spPr>
          <a:xfrm>
            <a:off x="2945689" y="4084804"/>
            <a:ext cx="6026431" cy="17725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1CA51D-8E79-3007-4019-C76DD2087593}"/>
              </a:ext>
            </a:extLst>
          </p:cNvPr>
          <p:cNvSpPr txBox="1"/>
          <p:nvPr/>
        </p:nvSpPr>
        <p:spPr>
          <a:xfrm>
            <a:off x="4465664" y="5993933"/>
            <a:ext cx="2986480" cy="8640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/>
              <a:t>None Edge coupler</a:t>
            </a:r>
          </a:p>
        </p:txBody>
      </p:sp>
    </p:spTree>
    <p:extLst>
      <p:ext uri="{BB962C8B-B14F-4D97-AF65-F5344CB8AC3E}">
        <p14:creationId xmlns:p14="http://schemas.microsoft.com/office/powerpoint/2010/main" val="1759037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DF5CA3-924F-70D7-FCCE-E9FE6FD8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04" y="1694576"/>
            <a:ext cx="11145979" cy="2229196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7B3D62-54B8-7724-AABA-6C0BA22852CA}"/>
              </a:ext>
            </a:extLst>
          </p:cNvPr>
          <p:cNvCxnSpPr>
            <a:cxnSpLocks/>
          </p:cNvCxnSpPr>
          <p:nvPr/>
        </p:nvCxnSpPr>
        <p:spPr>
          <a:xfrm>
            <a:off x="1649249" y="1694576"/>
            <a:ext cx="0" cy="222919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CE9B2745-1F63-285B-95AC-5DEC0883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Single Edge coupler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EECCBC-640B-AD15-1F00-8160CF2A97BD}"/>
              </a:ext>
            </a:extLst>
          </p:cNvPr>
          <p:cNvCxnSpPr>
            <a:cxnSpLocks/>
          </p:cNvCxnSpPr>
          <p:nvPr/>
        </p:nvCxnSpPr>
        <p:spPr>
          <a:xfrm flipV="1">
            <a:off x="2501797" y="3010854"/>
            <a:ext cx="8909351" cy="856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EA039A-9D41-0AC1-7968-996E926571F1}"/>
              </a:ext>
            </a:extLst>
          </p:cNvPr>
          <p:cNvSpPr txBox="1"/>
          <p:nvPr/>
        </p:nvSpPr>
        <p:spPr>
          <a:xfrm>
            <a:off x="5936892" y="3089165"/>
            <a:ext cx="1544423" cy="4519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2000" dirty="0">
                <a:solidFill>
                  <a:schemeClr val="bg1"/>
                </a:solidFill>
              </a:rPr>
              <a:t>length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EF8BBD-D32D-193A-C4E4-2713CE87F7E9}"/>
              </a:ext>
            </a:extLst>
          </p:cNvPr>
          <p:cNvCxnSpPr>
            <a:cxnSpLocks/>
          </p:cNvCxnSpPr>
          <p:nvPr/>
        </p:nvCxnSpPr>
        <p:spPr>
          <a:xfrm>
            <a:off x="752056" y="3019881"/>
            <a:ext cx="1749741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1D87CE-59D8-9F4F-3496-CF9E706169F5}"/>
              </a:ext>
            </a:extLst>
          </p:cNvPr>
          <p:cNvSpPr txBox="1"/>
          <p:nvPr/>
        </p:nvSpPr>
        <p:spPr>
          <a:xfrm>
            <a:off x="368385" y="3049318"/>
            <a:ext cx="2715333" cy="451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2000" dirty="0" err="1">
                <a:solidFill>
                  <a:schemeClr val="bg1"/>
                </a:solidFill>
              </a:rPr>
              <a:t>length_front_extend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02E4F5-E0FB-E80D-D8AF-718C12BAFCA9}"/>
              </a:ext>
            </a:extLst>
          </p:cNvPr>
          <p:cNvSpPr txBox="1"/>
          <p:nvPr/>
        </p:nvSpPr>
        <p:spPr>
          <a:xfrm>
            <a:off x="1828960" y="2018959"/>
            <a:ext cx="1081705" cy="4519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2000" u="sng" dirty="0">
                <a:solidFill>
                  <a:schemeClr val="bg1"/>
                </a:solidFill>
              </a:rPr>
              <a:t>width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FA0DC09-7680-A2DF-9351-9A87EA8835E8}"/>
              </a:ext>
            </a:extLst>
          </p:cNvPr>
          <p:cNvGrpSpPr/>
          <p:nvPr/>
        </p:nvGrpSpPr>
        <p:grpSpPr>
          <a:xfrm>
            <a:off x="2307605" y="2431377"/>
            <a:ext cx="1603" cy="515368"/>
            <a:chOff x="6461760" y="1815794"/>
            <a:chExt cx="1603" cy="323117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B993FB1-CD97-D8CC-25C8-BDB40B23BD37}"/>
                </a:ext>
              </a:extLst>
            </p:cNvPr>
            <p:cNvCxnSpPr>
              <a:cxnSpLocks/>
            </p:cNvCxnSpPr>
            <p:nvPr/>
          </p:nvCxnSpPr>
          <p:spPr>
            <a:xfrm>
              <a:off x="6461760" y="1815794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BED5A79-E391-F968-47D1-98C457E1B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760" y="2012474"/>
              <a:ext cx="1603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02E355-4293-BB0C-E75B-72DE363D5AC7}"/>
              </a:ext>
            </a:extLst>
          </p:cNvPr>
          <p:cNvGrpSpPr/>
          <p:nvPr/>
        </p:nvGrpSpPr>
        <p:grpSpPr>
          <a:xfrm>
            <a:off x="11438201" y="2288017"/>
            <a:ext cx="8610" cy="801148"/>
            <a:chOff x="5907103" y="2032000"/>
            <a:chExt cx="1794" cy="50229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3F46E38-4D55-2E05-8011-C8D1DDDFA776}"/>
                </a:ext>
              </a:extLst>
            </p:cNvPr>
            <p:cNvCxnSpPr>
              <a:cxnSpLocks/>
            </p:cNvCxnSpPr>
            <p:nvPr/>
          </p:nvCxnSpPr>
          <p:spPr>
            <a:xfrm>
              <a:off x="5907103" y="2032000"/>
              <a:ext cx="0" cy="149788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F7CB961-8B66-940E-71EE-EEDA966EE6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8897" y="2407854"/>
              <a:ext cx="0" cy="126437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A4A7FC9-FD98-56FA-E89D-1A721D3A5035}"/>
              </a:ext>
            </a:extLst>
          </p:cNvPr>
          <p:cNvSpPr txBox="1"/>
          <p:nvPr/>
        </p:nvSpPr>
        <p:spPr>
          <a:xfrm>
            <a:off x="9105186" y="1882114"/>
            <a:ext cx="2613733" cy="4059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2000" dirty="0" err="1">
                <a:solidFill>
                  <a:schemeClr val="bg1"/>
                </a:solidFill>
              </a:rPr>
              <a:t>waveguide_width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428DCC-C90D-D513-706E-A1A8ED039DAE}"/>
              </a:ext>
            </a:extLst>
          </p:cNvPr>
          <p:cNvSpPr txBox="1"/>
          <p:nvPr/>
        </p:nvSpPr>
        <p:spPr>
          <a:xfrm>
            <a:off x="705958" y="2339011"/>
            <a:ext cx="574607" cy="4519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56069B-E417-9316-E01F-BB75C539550F}"/>
              </a:ext>
            </a:extLst>
          </p:cNvPr>
          <p:cNvSpPr txBox="1"/>
          <p:nvPr/>
        </p:nvSpPr>
        <p:spPr>
          <a:xfrm>
            <a:off x="10989531" y="2192932"/>
            <a:ext cx="574607" cy="4519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graphicFrame>
        <p:nvGraphicFramePr>
          <p:cNvPr id="35" name="Table 7">
            <a:extLst>
              <a:ext uri="{FF2B5EF4-FFF2-40B4-BE49-F238E27FC236}">
                <a16:creationId xmlns:a16="http://schemas.microsoft.com/office/drawing/2014/main" id="{CA444B8E-5BD1-9916-ADFE-C1BDA6AC7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45871"/>
              </p:ext>
            </p:extLst>
          </p:nvPr>
        </p:nvGraphicFramePr>
        <p:xfrm>
          <a:off x="1828960" y="4111310"/>
          <a:ext cx="8060862" cy="132472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082381">
                  <a:extLst>
                    <a:ext uri="{9D8B030D-6E8A-4147-A177-3AD203B41FA5}">
                      <a16:colId xmlns:a16="http://schemas.microsoft.com/office/drawing/2014/main" val="3070113859"/>
                    </a:ext>
                  </a:extLst>
                </a:gridCol>
                <a:gridCol w="2022859">
                  <a:extLst>
                    <a:ext uri="{9D8B030D-6E8A-4147-A177-3AD203B41FA5}">
                      <a16:colId xmlns:a16="http://schemas.microsoft.com/office/drawing/2014/main" val="2271885736"/>
                    </a:ext>
                  </a:extLst>
                </a:gridCol>
                <a:gridCol w="2955622">
                  <a:extLst>
                    <a:ext uri="{9D8B030D-6E8A-4147-A177-3AD203B41FA5}">
                      <a16:colId xmlns:a16="http://schemas.microsoft.com/office/drawing/2014/main" val="126621351"/>
                    </a:ext>
                  </a:extLst>
                </a:gridCol>
              </a:tblGrid>
              <a:tr h="501764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Extra_parameters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Default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Descprition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21777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length_front_straight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unit: um, the edge of the chip at the middle of its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78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255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309455-C110-3E9F-9FE9-3292599A3F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15" b="10236"/>
          <a:stretch/>
        </p:blipFill>
        <p:spPr>
          <a:xfrm>
            <a:off x="1633562" y="1249960"/>
            <a:ext cx="8493663" cy="2718033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343AFE4-8020-961F-BA7C-D5A7C52616EB}"/>
              </a:ext>
            </a:extLst>
          </p:cNvPr>
          <p:cNvCxnSpPr>
            <a:cxnSpLocks/>
          </p:cNvCxnSpPr>
          <p:nvPr/>
        </p:nvCxnSpPr>
        <p:spPr>
          <a:xfrm>
            <a:off x="2441895" y="1249960"/>
            <a:ext cx="0" cy="2718033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A49BF151-FACB-43EB-0843-1FB2DACE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Double Edge coupler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06C09E-596C-AD8B-F873-766CA3505AB3}"/>
              </a:ext>
            </a:extLst>
          </p:cNvPr>
          <p:cNvSpPr txBox="1"/>
          <p:nvPr/>
        </p:nvSpPr>
        <p:spPr>
          <a:xfrm>
            <a:off x="5815360" y="1802631"/>
            <a:ext cx="2536262" cy="332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width2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CCA0B9-9F8C-E5FD-46D8-0D2DBEA7AF7F}"/>
              </a:ext>
            </a:extLst>
          </p:cNvPr>
          <p:cNvSpPr txBox="1"/>
          <p:nvPr/>
        </p:nvSpPr>
        <p:spPr>
          <a:xfrm>
            <a:off x="7694346" y="1701614"/>
            <a:ext cx="1257402" cy="332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width3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BD936-C7BE-38CB-69ED-A049E3C4CDB2}"/>
              </a:ext>
            </a:extLst>
          </p:cNvPr>
          <p:cNvSpPr txBox="1"/>
          <p:nvPr/>
        </p:nvSpPr>
        <p:spPr>
          <a:xfrm>
            <a:off x="2296253" y="1969071"/>
            <a:ext cx="1204751" cy="302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>
                <a:solidFill>
                  <a:schemeClr val="bg1"/>
                </a:solidFill>
              </a:rPr>
              <a:t>width1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672872-03C4-8B34-0B74-A2A202C39C27}"/>
              </a:ext>
            </a:extLst>
          </p:cNvPr>
          <p:cNvSpPr txBox="1"/>
          <p:nvPr/>
        </p:nvSpPr>
        <p:spPr>
          <a:xfrm>
            <a:off x="3728403" y="1998139"/>
            <a:ext cx="2900856" cy="302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en-US" sz="1400" dirty="0" err="1">
                <a:solidFill>
                  <a:schemeClr val="bg1"/>
                </a:solidFill>
              </a:rPr>
              <a:t>width_top_tapper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F4BEAF-4D2A-C8EF-D8A8-D72B3A90350D}"/>
              </a:ext>
            </a:extLst>
          </p:cNvPr>
          <p:cNvSpPr txBox="1"/>
          <p:nvPr/>
        </p:nvSpPr>
        <p:spPr>
          <a:xfrm>
            <a:off x="8323047" y="1914151"/>
            <a:ext cx="1836131" cy="332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waveguide_width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52DFB5-6E4D-28AD-A5BA-531BB9A61240}"/>
              </a:ext>
            </a:extLst>
          </p:cNvPr>
          <p:cNvCxnSpPr>
            <a:cxnSpLocks/>
          </p:cNvCxnSpPr>
          <p:nvPr/>
        </p:nvCxnSpPr>
        <p:spPr>
          <a:xfrm>
            <a:off x="2153999" y="2913649"/>
            <a:ext cx="586195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1958AD9-BC99-B388-0E28-B4BC73D6EF97}"/>
              </a:ext>
            </a:extLst>
          </p:cNvPr>
          <p:cNvSpPr txBox="1"/>
          <p:nvPr/>
        </p:nvSpPr>
        <p:spPr>
          <a:xfrm>
            <a:off x="1637891" y="2859320"/>
            <a:ext cx="1275388" cy="370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 err="1">
                <a:solidFill>
                  <a:schemeClr val="bg1"/>
                </a:solidFill>
              </a:rPr>
              <a:t>length_front_extend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4AD796-BDCF-9989-0D32-738FCC27370B}"/>
              </a:ext>
            </a:extLst>
          </p:cNvPr>
          <p:cNvCxnSpPr>
            <a:cxnSpLocks/>
          </p:cNvCxnSpPr>
          <p:nvPr/>
        </p:nvCxnSpPr>
        <p:spPr>
          <a:xfrm>
            <a:off x="2764808" y="2916575"/>
            <a:ext cx="2160792" cy="17841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1A9DF49-ED85-3FF9-B1E9-43CF6D5A9433}"/>
              </a:ext>
            </a:extLst>
          </p:cNvPr>
          <p:cNvSpPr txBox="1"/>
          <p:nvPr/>
        </p:nvSpPr>
        <p:spPr>
          <a:xfrm>
            <a:off x="3050031" y="2913649"/>
            <a:ext cx="1608009" cy="370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>
                <a:solidFill>
                  <a:schemeClr val="bg1"/>
                </a:solidFill>
              </a:rPr>
              <a:t>length1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2762FF-CFCB-A35E-75CE-88C1D526FEB4}"/>
              </a:ext>
            </a:extLst>
          </p:cNvPr>
          <p:cNvCxnSpPr>
            <a:cxnSpLocks/>
          </p:cNvCxnSpPr>
          <p:nvPr/>
        </p:nvCxnSpPr>
        <p:spPr>
          <a:xfrm>
            <a:off x="4968591" y="2928099"/>
            <a:ext cx="2256405" cy="236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58CAAC5-0195-5A73-521D-CF2B2516B3DF}"/>
              </a:ext>
            </a:extLst>
          </p:cNvPr>
          <p:cNvSpPr txBox="1"/>
          <p:nvPr/>
        </p:nvSpPr>
        <p:spPr>
          <a:xfrm>
            <a:off x="5384065" y="2929281"/>
            <a:ext cx="1608009" cy="370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length2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48AD8A4-B217-1CAE-25B3-3BA1D96D6DD5}"/>
              </a:ext>
            </a:extLst>
          </p:cNvPr>
          <p:cNvCxnSpPr>
            <a:cxnSpLocks/>
          </p:cNvCxnSpPr>
          <p:nvPr/>
        </p:nvCxnSpPr>
        <p:spPr>
          <a:xfrm>
            <a:off x="7235006" y="2931837"/>
            <a:ext cx="1122147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5F1F57-FDF2-E297-C8C5-22CA1BCA8BF0}"/>
              </a:ext>
            </a:extLst>
          </p:cNvPr>
          <p:cNvSpPr txBox="1"/>
          <p:nvPr/>
        </p:nvSpPr>
        <p:spPr>
          <a:xfrm>
            <a:off x="6992074" y="2999180"/>
            <a:ext cx="1608009" cy="370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400" dirty="0">
                <a:solidFill>
                  <a:schemeClr val="bg1"/>
                </a:solidFill>
              </a:rPr>
              <a:t>length3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CFF539F-2F55-819D-6D32-F047EBAE8DD5}"/>
              </a:ext>
            </a:extLst>
          </p:cNvPr>
          <p:cNvCxnSpPr>
            <a:cxnSpLocks/>
          </p:cNvCxnSpPr>
          <p:nvPr/>
        </p:nvCxnSpPr>
        <p:spPr>
          <a:xfrm>
            <a:off x="8351622" y="2928006"/>
            <a:ext cx="114480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DCBFEFB-008C-56D9-B567-D65EBC0E6269}"/>
              </a:ext>
            </a:extLst>
          </p:cNvPr>
          <p:cNvSpPr txBox="1"/>
          <p:nvPr/>
        </p:nvSpPr>
        <p:spPr>
          <a:xfrm>
            <a:off x="8108935" y="2965509"/>
            <a:ext cx="2061281" cy="370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200" dirty="0" err="1">
                <a:solidFill>
                  <a:schemeClr val="bg1"/>
                </a:solidFill>
              </a:rPr>
              <a:t>length_back_extend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372371E-2286-77FA-297F-6E4FA00C0853}"/>
              </a:ext>
            </a:extLst>
          </p:cNvPr>
          <p:cNvCxnSpPr>
            <a:cxnSpLocks/>
          </p:cNvCxnSpPr>
          <p:nvPr/>
        </p:nvCxnSpPr>
        <p:spPr>
          <a:xfrm flipH="1">
            <a:off x="1728239" y="1444433"/>
            <a:ext cx="4701" cy="232161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F4BC515-00D5-3236-C4CC-1399B574F165}"/>
              </a:ext>
            </a:extLst>
          </p:cNvPr>
          <p:cNvSpPr txBox="1"/>
          <p:nvPr/>
        </p:nvSpPr>
        <p:spPr>
          <a:xfrm>
            <a:off x="1555952" y="1510295"/>
            <a:ext cx="2010011" cy="370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en-US" sz="1800" dirty="0" err="1">
                <a:solidFill>
                  <a:schemeClr val="bg1"/>
                </a:solidFill>
              </a:rPr>
              <a:t>window_open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C79C3F-5479-F065-B985-0493C93094EA}"/>
              </a:ext>
            </a:extLst>
          </p:cNvPr>
          <p:cNvSpPr txBox="1"/>
          <p:nvPr/>
        </p:nvSpPr>
        <p:spPr>
          <a:xfrm>
            <a:off x="1993533" y="2223995"/>
            <a:ext cx="719846" cy="370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a0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95687B-ECEC-A743-612D-B023FDBF4AF7}"/>
              </a:ext>
            </a:extLst>
          </p:cNvPr>
          <p:cNvSpPr txBox="1"/>
          <p:nvPr/>
        </p:nvSpPr>
        <p:spPr>
          <a:xfrm>
            <a:off x="9470913" y="2222691"/>
            <a:ext cx="719846" cy="370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bg2"/>
              </a:buClr>
            </a:pPr>
            <a:r>
              <a:rPr lang="fr-CH" sz="1800" b="1" dirty="0">
                <a:solidFill>
                  <a:srgbClr val="FF0000"/>
                </a:solidFill>
              </a:rPr>
              <a:t>b0</a:t>
            </a:r>
            <a:endParaRPr lang="en-US" sz="1800" b="1" dirty="0">
              <a:solidFill>
                <a:srgbClr val="FF0000"/>
              </a:solidFill>
            </a:endParaRPr>
          </a:p>
        </p:txBody>
      </p:sp>
      <p:graphicFrame>
        <p:nvGraphicFramePr>
          <p:cNvPr id="52" name="Table 7">
            <a:extLst>
              <a:ext uri="{FF2B5EF4-FFF2-40B4-BE49-F238E27FC236}">
                <a16:creationId xmlns:a16="http://schemas.microsoft.com/office/drawing/2014/main" id="{27305B75-685F-F724-D8C6-62F2C740F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500430"/>
              </p:ext>
            </p:extLst>
          </p:nvPr>
        </p:nvGraphicFramePr>
        <p:xfrm>
          <a:off x="2066363" y="4376143"/>
          <a:ext cx="8060862" cy="23282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082381">
                  <a:extLst>
                    <a:ext uri="{9D8B030D-6E8A-4147-A177-3AD203B41FA5}">
                      <a16:colId xmlns:a16="http://schemas.microsoft.com/office/drawing/2014/main" val="3070113859"/>
                    </a:ext>
                  </a:extLst>
                </a:gridCol>
                <a:gridCol w="2022859">
                  <a:extLst>
                    <a:ext uri="{9D8B030D-6E8A-4147-A177-3AD203B41FA5}">
                      <a16:colId xmlns:a16="http://schemas.microsoft.com/office/drawing/2014/main" val="2271885736"/>
                    </a:ext>
                  </a:extLst>
                </a:gridCol>
                <a:gridCol w="2955622">
                  <a:extLst>
                    <a:ext uri="{9D8B030D-6E8A-4147-A177-3AD203B41FA5}">
                      <a16:colId xmlns:a16="http://schemas.microsoft.com/office/drawing/2014/main" val="126621351"/>
                    </a:ext>
                  </a:extLst>
                </a:gridCol>
              </a:tblGrid>
              <a:tr h="501764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Extra_parameters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Default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Descprition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21777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length_front_straight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unit: um, the edge of the chip at the middle of its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78943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r>
                        <a:rPr lang="fr-CH" sz="1600" noProof="0" dirty="0" err="1"/>
                        <a:t>Length_back_extend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10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um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136528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r>
                        <a:rPr lang="fr-CH" sz="1600" noProof="0" dirty="0" err="1"/>
                        <a:t>Window_open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50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600" noProof="0" dirty="0"/>
                        <a:t>um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338838"/>
                  </a:ext>
                </a:extLst>
              </a:tr>
            </a:tbl>
          </a:graphicData>
        </a:graphic>
      </p:graphicFrame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5ED8D3C-A671-0AD8-0376-A6834DF5E1BC}"/>
              </a:ext>
            </a:extLst>
          </p:cNvPr>
          <p:cNvCxnSpPr>
            <a:cxnSpLocks/>
          </p:cNvCxnSpPr>
          <p:nvPr/>
        </p:nvCxnSpPr>
        <p:spPr>
          <a:xfrm flipV="1">
            <a:off x="9280309" y="2668062"/>
            <a:ext cx="0" cy="22134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2728110-57B2-69FD-7BEC-01406307C0DD}"/>
              </a:ext>
            </a:extLst>
          </p:cNvPr>
          <p:cNvCxnSpPr>
            <a:cxnSpLocks/>
          </p:cNvCxnSpPr>
          <p:nvPr/>
        </p:nvCxnSpPr>
        <p:spPr>
          <a:xfrm>
            <a:off x="9280309" y="2243138"/>
            <a:ext cx="0" cy="25536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7AD7014-9870-AD9A-1E76-C7D9410A0BD7}"/>
              </a:ext>
            </a:extLst>
          </p:cNvPr>
          <p:cNvCxnSpPr>
            <a:cxnSpLocks/>
          </p:cNvCxnSpPr>
          <p:nvPr/>
        </p:nvCxnSpPr>
        <p:spPr>
          <a:xfrm flipV="1">
            <a:off x="4985837" y="2605242"/>
            <a:ext cx="0" cy="22134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E1CFB76-3FD6-B94F-9679-75614E791588}"/>
              </a:ext>
            </a:extLst>
          </p:cNvPr>
          <p:cNvCxnSpPr>
            <a:cxnSpLocks/>
          </p:cNvCxnSpPr>
          <p:nvPr/>
        </p:nvCxnSpPr>
        <p:spPr>
          <a:xfrm>
            <a:off x="4985837" y="2319237"/>
            <a:ext cx="0" cy="25536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CB7F3F5-BAB3-D1C0-A6E1-28CE4FB98C67}"/>
              </a:ext>
            </a:extLst>
          </p:cNvPr>
          <p:cNvCxnSpPr>
            <a:cxnSpLocks/>
          </p:cNvCxnSpPr>
          <p:nvPr/>
        </p:nvCxnSpPr>
        <p:spPr>
          <a:xfrm flipV="1">
            <a:off x="2620806" y="2593336"/>
            <a:ext cx="0" cy="22134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48760F-3DB2-701C-4119-04DC0D67F821}"/>
              </a:ext>
            </a:extLst>
          </p:cNvPr>
          <p:cNvCxnSpPr>
            <a:cxnSpLocks/>
          </p:cNvCxnSpPr>
          <p:nvPr/>
        </p:nvCxnSpPr>
        <p:spPr>
          <a:xfrm>
            <a:off x="2623187" y="2319237"/>
            <a:ext cx="0" cy="25536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03D55AA-623A-6BFC-D36D-5236224CC2A5}"/>
              </a:ext>
            </a:extLst>
          </p:cNvPr>
          <p:cNvCxnSpPr>
            <a:cxnSpLocks/>
          </p:cNvCxnSpPr>
          <p:nvPr/>
        </p:nvCxnSpPr>
        <p:spPr>
          <a:xfrm flipV="1">
            <a:off x="7224277" y="2752792"/>
            <a:ext cx="0" cy="22134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515C564-AD50-8472-F943-A42B6A985FA5}"/>
              </a:ext>
            </a:extLst>
          </p:cNvPr>
          <p:cNvCxnSpPr>
            <a:cxnSpLocks/>
          </p:cNvCxnSpPr>
          <p:nvPr/>
        </p:nvCxnSpPr>
        <p:spPr>
          <a:xfrm>
            <a:off x="7224495" y="2141117"/>
            <a:ext cx="0" cy="25536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06A3E5B-7E19-1159-C753-43B56347CCE0}"/>
              </a:ext>
            </a:extLst>
          </p:cNvPr>
          <p:cNvCxnSpPr>
            <a:cxnSpLocks/>
          </p:cNvCxnSpPr>
          <p:nvPr/>
        </p:nvCxnSpPr>
        <p:spPr>
          <a:xfrm flipV="1">
            <a:off x="8358548" y="2864736"/>
            <a:ext cx="0" cy="22134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A50B995-7C68-7AED-BD15-88E4E5EAD9F7}"/>
              </a:ext>
            </a:extLst>
          </p:cNvPr>
          <p:cNvCxnSpPr>
            <a:cxnSpLocks/>
          </p:cNvCxnSpPr>
          <p:nvPr/>
        </p:nvCxnSpPr>
        <p:spPr>
          <a:xfrm>
            <a:off x="8358548" y="2036409"/>
            <a:ext cx="0" cy="255368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176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092A07-2403-F3D1-7896-8A13C99C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None Edge Coupler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C180FF0-EEF7-339D-141D-5EDC17922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251430"/>
              </p:ext>
            </p:extLst>
          </p:nvPr>
        </p:nvGraphicFramePr>
        <p:xfrm>
          <a:off x="1586364" y="5203566"/>
          <a:ext cx="8060862" cy="132472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082381">
                  <a:extLst>
                    <a:ext uri="{9D8B030D-6E8A-4147-A177-3AD203B41FA5}">
                      <a16:colId xmlns:a16="http://schemas.microsoft.com/office/drawing/2014/main" val="3070113859"/>
                    </a:ext>
                  </a:extLst>
                </a:gridCol>
                <a:gridCol w="2022859">
                  <a:extLst>
                    <a:ext uri="{9D8B030D-6E8A-4147-A177-3AD203B41FA5}">
                      <a16:colId xmlns:a16="http://schemas.microsoft.com/office/drawing/2014/main" val="2271885736"/>
                    </a:ext>
                  </a:extLst>
                </a:gridCol>
                <a:gridCol w="2955622">
                  <a:extLst>
                    <a:ext uri="{9D8B030D-6E8A-4147-A177-3AD203B41FA5}">
                      <a16:colId xmlns:a16="http://schemas.microsoft.com/office/drawing/2014/main" val="126621351"/>
                    </a:ext>
                  </a:extLst>
                </a:gridCol>
              </a:tblGrid>
              <a:tr h="501764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Extra_parameters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Default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Descprition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21777"/>
                  </a:ext>
                </a:extLst>
              </a:tr>
              <a:tr h="501764">
                <a:tc>
                  <a:txBody>
                    <a:bodyPr/>
                    <a:lstStyle/>
                    <a:p>
                      <a:r>
                        <a:rPr lang="en-US" sz="1600" noProof="0" dirty="0" err="1"/>
                        <a:t>length_front_straight</a:t>
                      </a:r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unit: um, the edge of the chip at the middle of its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78943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8AB608B5-DB57-2B48-D282-4D408CECEAF3}"/>
              </a:ext>
            </a:extLst>
          </p:cNvPr>
          <p:cNvGrpSpPr/>
          <p:nvPr/>
        </p:nvGrpSpPr>
        <p:grpSpPr>
          <a:xfrm>
            <a:off x="1400736" y="1533512"/>
            <a:ext cx="9224501" cy="2718033"/>
            <a:chOff x="1540695" y="1888076"/>
            <a:chExt cx="9224501" cy="27180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C459692-BD14-3334-F4B6-2889F2FD8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6766" t="19267" r="4319" b="23225"/>
            <a:stretch/>
          </p:blipFill>
          <p:spPr>
            <a:xfrm>
              <a:off x="1540695" y="1888076"/>
              <a:ext cx="9224501" cy="2713192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611A8DB-3521-23D5-0E58-DB095FBE40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7478" y="3713718"/>
              <a:ext cx="5690953" cy="856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C9E87F-4117-8756-1364-7992F17A2A75}"/>
                </a:ext>
              </a:extLst>
            </p:cNvPr>
            <p:cNvSpPr txBox="1"/>
            <p:nvPr/>
          </p:nvSpPr>
          <p:spPr>
            <a:xfrm>
              <a:off x="5995818" y="3916213"/>
              <a:ext cx="1544423" cy="45195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2000" dirty="0">
                  <a:solidFill>
                    <a:schemeClr val="bg1"/>
                  </a:solidFill>
                </a:rPr>
                <a:t>length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90477EE-8380-6E4B-425A-ED95F6AA3D80}"/>
                </a:ext>
              </a:extLst>
            </p:cNvPr>
            <p:cNvCxnSpPr>
              <a:cxnSpLocks/>
            </p:cNvCxnSpPr>
            <p:nvPr/>
          </p:nvCxnSpPr>
          <p:spPr>
            <a:xfrm>
              <a:off x="2631233" y="3713718"/>
              <a:ext cx="1446245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F88C49-DDF6-D687-BC8A-C0A2E934E617}"/>
                </a:ext>
              </a:extLst>
            </p:cNvPr>
            <p:cNvSpPr txBox="1"/>
            <p:nvPr/>
          </p:nvSpPr>
          <p:spPr>
            <a:xfrm>
              <a:off x="2123882" y="3797449"/>
              <a:ext cx="2715333" cy="4519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2000" dirty="0" err="1">
                  <a:solidFill>
                    <a:schemeClr val="bg1"/>
                  </a:solidFill>
                </a:rPr>
                <a:t>length_front_extend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E7C92EF-6289-1937-DE3E-1A7449E14994}"/>
                </a:ext>
              </a:extLst>
            </p:cNvPr>
            <p:cNvGrpSpPr/>
            <p:nvPr/>
          </p:nvGrpSpPr>
          <p:grpSpPr>
            <a:xfrm>
              <a:off x="9761560" y="3028426"/>
              <a:ext cx="7689" cy="729710"/>
              <a:chOff x="5907103" y="2032000"/>
              <a:chExt cx="1602" cy="457502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06000AC-3440-EFC0-8AFE-CA5A2B9DB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7103" y="2032000"/>
                <a:ext cx="0" cy="149788"/>
              </a:xfrm>
              <a:prstGeom prst="straightConnector1">
                <a:avLst/>
              </a:prstGeom>
              <a:ln w="19050"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65A14B7-E6E1-9EDA-728B-D1CEC0488D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08705" y="2363065"/>
                <a:ext cx="0" cy="126437"/>
              </a:xfrm>
              <a:prstGeom prst="straightConnector1">
                <a:avLst/>
              </a:prstGeom>
              <a:ln w="19050"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DA9705-238D-1974-E09D-4B8F6CF8E0F3}"/>
                </a:ext>
              </a:extLst>
            </p:cNvPr>
            <p:cNvSpPr txBox="1"/>
            <p:nvPr/>
          </p:nvSpPr>
          <p:spPr>
            <a:xfrm>
              <a:off x="7706507" y="2502810"/>
              <a:ext cx="2613733" cy="4059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en-US" sz="2000" dirty="0" err="1">
                  <a:solidFill>
                    <a:schemeClr val="bg1"/>
                  </a:solidFill>
                </a:rPr>
                <a:t>waveguide_width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7B6C8C-C7AF-7FDA-AC40-0900B4031DBD}"/>
                </a:ext>
              </a:extLst>
            </p:cNvPr>
            <p:cNvSpPr txBox="1"/>
            <p:nvPr/>
          </p:nvSpPr>
          <p:spPr>
            <a:xfrm>
              <a:off x="1918937" y="3018695"/>
              <a:ext cx="574607" cy="4519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a0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110BF2-3E01-C69B-F7F8-8D9FECCD1BC3}"/>
                </a:ext>
              </a:extLst>
            </p:cNvPr>
            <p:cNvSpPr txBox="1"/>
            <p:nvPr/>
          </p:nvSpPr>
          <p:spPr>
            <a:xfrm>
              <a:off x="9865581" y="3203023"/>
              <a:ext cx="574607" cy="4519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  <a:buClr>
                  <a:schemeClr val="bg2"/>
                </a:buClr>
              </a:pPr>
              <a:r>
                <a:rPr lang="fr-CH" sz="1800" b="1" dirty="0">
                  <a:solidFill>
                    <a:srgbClr val="FF0000"/>
                  </a:solidFill>
                </a:rPr>
                <a:t>b0</a:t>
              </a:r>
              <a:endParaRPr lang="en-US" sz="18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8DB447-D9DF-70C4-BA50-A9A7F22C7A81}"/>
                </a:ext>
              </a:extLst>
            </p:cNvPr>
            <p:cNvCxnSpPr>
              <a:cxnSpLocks/>
            </p:cNvCxnSpPr>
            <p:nvPr/>
          </p:nvCxnSpPr>
          <p:spPr>
            <a:xfrm>
              <a:off x="3328304" y="1888076"/>
              <a:ext cx="0" cy="2718033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8473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5816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#1 Logo horizontal">
  <a:themeElements>
    <a:clrScheme name="CSEM Theme Color #1">
      <a:dk1>
        <a:srgbClr val="283147"/>
      </a:dk1>
      <a:lt1>
        <a:sysClr val="window" lastClr="FFFFFF"/>
      </a:lt1>
      <a:dk2>
        <a:srgbClr val="00B0F0"/>
      </a:dk2>
      <a:lt2>
        <a:srgbClr val="DFE3E5"/>
      </a:lt2>
      <a:accent1>
        <a:srgbClr val="00B0F0"/>
      </a:accent1>
      <a:accent2>
        <a:srgbClr val="FF00FF"/>
      </a:accent2>
      <a:accent3>
        <a:srgbClr val="00FF00"/>
      </a:accent3>
      <a:accent4>
        <a:srgbClr val="FFFF00"/>
      </a:accent4>
      <a:accent5>
        <a:srgbClr val="FF0066"/>
      </a:accent5>
      <a:accent6>
        <a:srgbClr val="9933FF"/>
      </a:accent6>
      <a:hlink>
        <a:srgbClr val="00B0F0"/>
      </a:hlink>
      <a:folHlink>
        <a:srgbClr val="A4DEF4"/>
      </a:folHlink>
    </a:clrScheme>
    <a:fontScheme name="MyCSEM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>
          <a:lnSpc>
            <a:spcPct val="110000"/>
          </a:lnSpc>
          <a:spcAft>
            <a:spcPts val="1200"/>
          </a:spcAft>
          <a:buClr>
            <a:schemeClr val="bg2"/>
          </a:buCl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E258FBCB-80C3-4EE1-A361-7F49D5060681}"/>
    </a:ext>
  </a:extLst>
</a:theme>
</file>

<file path=ppt/theme/theme2.xml><?xml version="1.0" encoding="utf-8"?>
<a:theme xmlns:a="http://schemas.openxmlformats.org/drawingml/2006/main" name="1_Master Color #1">
  <a:themeElements>
    <a:clrScheme name="CSEM Theme Color #1">
      <a:dk1>
        <a:srgbClr val="283147"/>
      </a:dk1>
      <a:lt1>
        <a:sysClr val="window" lastClr="FFFFFF"/>
      </a:lt1>
      <a:dk2>
        <a:srgbClr val="00B0F0"/>
      </a:dk2>
      <a:lt2>
        <a:srgbClr val="DFE3E5"/>
      </a:lt2>
      <a:accent1>
        <a:srgbClr val="00B0F0"/>
      </a:accent1>
      <a:accent2>
        <a:srgbClr val="FF00FF"/>
      </a:accent2>
      <a:accent3>
        <a:srgbClr val="00FF00"/>
      </a:accent3>
      <a:accent4>
        <a:srgbClr val="FFFF00"/>
      </a:accent4>
      <a:accent5>
        <a:srgbClr val="FF0066"/>
      </a:accent5>
      <a:accent6>
        <a:srgbClr val="9933FF"/>
      </a:accent6>
      <a:hlink>
        <a:srgbClr val="00B0F0"/>
      </a:hlink>
      <a:folHlink>
        <a:srgbClr val="A4DEF4"/>
      </a:folHlink>
    </a:clrScheme>
    <a:fontScheme name="My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3966D337-89E7-4D75-8B1F-F53E6AE6F2EC}"/>
    </a:ext>
  </a:extLst>
</a:theme>
</file>

<file path=ppt/theme/theme3.xml><?xml version="1.0" encoding="utf-8"?>
<a:theme xmlns:a="http://schemas.openxmlformats.org/drawingml/2006/main" name="Master Color #1">
  <a:themeElements>
    <a:clrScheme name="CSEM Theme Color #1">
      <a:dk1>
        <a:srgbClr val="283147"/>
      </a:dk1>
      <a:lt1>
        <a:sysClr val="window" lastClr="FFFFFF"/>
      </a:lt1>
      <a:dk2>
        <a:srgbClr val="00B0F0"/>
      </a:dk2>
      <a:lt2>
        <a:srgbClr val="DFE3E5"/>
      </a:lt2>
      <a:accent1>
        <a:srgbClr val="00B0F0"/>
      </a:accent1>
      <a:accent2>
        <a:srgbClr val="FF00FF"/>
      </a:accent2>
      <a:accent3>
        <a:srgbClr val="00FF00"/>
      </a:accent3>
      <a:accent4>
        <a:srgbClr val="FFFF00"/>
      </a:accent4>
      <a:accent5>
        <a:srgbClr val="FF0066"/>
      </a:accent5>
      <a:accent6>
        <a:srgbClr val="9933FF"/>
      </a:accent6>
      <a:hlink>
        <a:srgbClr val="00B0F0"/>
      </a:hlink>
      <a:folHlink>
        <a:srgbClr val="A4DEF4"/>
      </a:folHlink>
    </a:clrScheme>
    <a:fontScheme name="My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C217CB43-7CBB-47EA-B31E-B2B9D3790CD1}"/>
    </a:ext>
  </a:extLst>
</a:theme>
</file>

<file path=ppt/theme/theme4.xml><?xml version="1.0" encoding="utf-8"?>
<a:theme xmlns:a="http://schemas.openxmlformats.org/drawingml/2006/main" name="Master Color #2">
  <a:themeElements>
    <a:clrScheme name="CSEM Theme Color #2">
      <a:dk1>
        <a:srgbClr val="283147"/>
      </a:dk1>
      <a:lt1>
        <a:srgbClr val="FFFFFF"/>
      </a:lt1>
      <a:dk2>
        <a:srgbClr val="00B0F0"/>
      </a:dk2>
      <a:lt2>
        <a:srgbClr val="DFE3E5"/>
      </a:lt2>
      <a:accent1>
        <a:srgbClr val="00B0F0"/>
      </a:accent1>
      <a:accent2>
        <a:srgbClr val="0070C0"/>
      </a:accent2>
      <a:accent3>
        <a:srgbClr val="8971E1"/>
      </a:accent3>
      <a:accent4>
        <a:srgbClr val="7030A0"/>
      </a:accent4>
      <a:accent5>
        <a:srgbClr val="FE65FF"/>
      </a:accent5>
      <a:accent6>
        <a:srgbClr val="FF00FF"/>
      </a:accent6>
      <a:hlink>
        <a:srgbClr val="00B0F0"/>
      </a:hlink>
      <a:folHlink>
        <a:srgbClr val="596C9D"/>
      </a:folHlink>
    </a:clrScheme>
    <a:fontScheme name="My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403FB781-96F0-42A2-820D-09C13FCF05E8}"/>
    </a:ext>
  </a:extLst>
</a:theme>
</file>

<file path=ppt/theme/theme5.xml><?xml version="1.0" encoding="utf-8"?>
<a:theme xmlns:a="http://schemas.openxmlformats.org/drawingml/2006/main" name="Master Color #3">
  <a:themeElements>
    <a:clrScheme name="CSEM Theme Color #3">
      <a:dk1>
        <a:srgbClr val="283147"/>
      </a:dk1>
      <a:lt1>
        <a:sysClr val="window" lastClr="FFFFFF"/>
      </a:lt1>
      <a:dk2>
        <a:srgbClr val="00B0F0"/>
      </a:dk2>
      <a:lt2>
        <a:srgbClr val="DBEFF9"/>
      </a:lt2>
      <a:accent1>
        <a:srgbClr val="00B0F0"/>
      </a:accent1>
      <a:accent2>
        <a:srgbClr val="0F6FC6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y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14E2B181-E8C1-4950-AA71-F1E18CB9BC43}"/>
    </a:ext>
  </a:extLst>
</a:theme>
</file>

<file path=ppt/theme/theme6.xml><?xml version="1.0" encoding="utf-8"?>
<a:theme xmlns:a="http://schemas.openxmlformats.org/drawingml/2006/main" name="Master Color #4">
  <a:themeElements>
    <a:clrScheme name="CSEM Theme Color #4">
      <a:dk1>
        <a:srgbClr val="283147"/>
      </a:dk1>
      <a:lt1>
        <a:sysClr val="window" lastClr="FFFFFF"/>
      </a:lt1>
      <a:dk2>
        <a:srgbClr val="00B0F0"/>
      </a:dk2>
      <a:lt2>
        <a:srgbClr val="D8D9DC"/>
      </a:lt2>
      <a:accent1>
        <a:srgbClr val="00B0F0"/>
      </a:accent1>
      <a:accent2>
        <a:srgbClr val="4775E7"/>
      </a:accent2>
      <a:accent3>
        <a:srgbClr val="E32D91"/>
      </a:accent3>
      <a:accent4>
        <a:srgbClr val="C830CC"/>
      </a:accent4>
      <a:accent5>
        <a:srgbClr val="8971E1"/>
      </a:accent5>
      <a:accent6>
        <a:srgbClr val="FF99FF"/>
      </a:accent6>
      <a:hlink>
        <a:srgbClr val="99FF33"/>
      </a:hlink>
      <a:folHlink>
        <a:srgbClr val="8C8C8C"/>
      </a:folHlink>
    </a:clrScheme>
    <a:fontScheme name="MyCSEM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pct60">
          <a:fgClr>
            <a:schemeClr val="bg1"/>
          </a:fgClr>
          <a:bgClr>
            <a:schemeClr val="bg1">
              <a:lumMod val="85000"/>
            </a:schemeClr>
          </a:bgClr>
        </a:pattFill>
        <a:effectLst/>
      </a:spPr>
      <a:bodyPr wrap="square" anchor="ctr">
        <a:noAutofit/>
      </a:bodyPr>
      <a:lstStyle>
        <a:defPPr indent="0" algn="ctr" defTabSz="914400">
          <a:lnSpc>
            <a:spcPct val="90000"/>
          </a:lnSpc>
          <a:spcBef>
            <a:spcPts val="1000"/>
          </a:spcBef>
          <a:buFont typeface="Arial" panose="020B0604020202020204" pitchFamily="34" charset="0"/>
          <a:buNone/>
          <a:defRPr sz="1800">
            <a:solidFill>
              <a:schemeClr val="tx1">
                <a:alpha val="73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CSEM-DARK-slide-deck.potx" id="{1C856B38-015A-4C5C-9B86-61ED04AD5C5A}" vid="{110661D2-BC81-4353-8943-07F23D465E3C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CSEM-DARK-slide-deck</Template>
  <TotalTime>0</TotalTime>
  <Words>464</Words>
  <Application>Microsoft Office PowerPoint</Application>
  <PresentationFormat>Custom</PresentationFormat>
  <Paragraphs>177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Century Gothic</vt:lpstr>
      <vt:lpstr>Lato</vt:lpstr>
      <vt:lpstr>Master #1 Logo horizontal</vt:lpstr>
      <vt:lpstr>1_Master Color #1</vt:lpstr>
      <vt:lpstr>Master Color #1</vt:lpstr>
      <vt:lpstr>Master Color #2</vt:lpstr>
      <vt:lpstr>Master Color #3</vt:lpstr>
      <vt:lpstr>Master Color #4</vt:lpstr>
      <vt:lpstr>CSEM Building block LNOI</vt:lpstr>
      <vt:lpstr>Passive components</vt:lpstr>
      <vt:lpstr>Coupler 1x2 in CouplerPDKCSEM.py</vt:lpstr>
      <vt:lpstr>MMI</vt:lpstr>
      <vt:lpstr>Y-junction </vt:lpstr>
      <vt:lpstr>Directional coupler</vt:lpstr>
      <vt:lpstr>Extra-parameters for Coupler MMI/Y-Junction</vt:lpstr>
      <vt:lpstr>Border chip in BorderPDKCSEM.py</vt:lpstr>
      <vt:lpstr>Resonator in ResonatorPDKCSEM.py</vt:lpstr>
      <vt:lpstr>Edge coupler in EdgeCouplerPDKCSEM.py</vt:lpstr>
      <vt:lpstr>Single Edge coupler</vt:lpstr>
      <vt:lpstr>Double Edge coupler</vt:lpstr>
      <vt:lpstr>None Edge Coupler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CSEM Building block LiNb</dc:title>
  <dc:creator>LEO Jacopo Maria</dc:creator>
  <cp:lastModifiedBy>LEO Jacopo Maria</cp:lastModifiedBy>
  <cp:revision>22</cp:revision>
  <cp:lastPrinted>2018-09-07T07:00:28Z</cp:lastPrinted>
  <dcterms:created xsi:type="dcterms:W3CDTF">2022-06-27T07:20:09Z</dcterms:created>
  <dcterms:modified xsi:type="dcterms:W3CDTF">2022-07-20T12:40:35Z</dcterms:modified>
</cp:coreProperties>
</file>